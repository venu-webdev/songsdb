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905" r:id="rId3"/>
    <p:sldId id="904" r:id="rId4"/>
    <p:sldId id="1768" r:id="rId5"/>
    <p:sldId id="1771" r:id="rId6"/>
    <p:sldId id="1769" r:id="rId7"/>
    <p:sldId id="1772" r:id="rId8"/>
    <p:sldId id="1770" r:id="rId9"/>
    <p:sldId id="1773" r:id="rId10"/>
    <p:sldId id="1746" r:id="rId11"/>
    <p:sldId id="1467" r:id="rId12"/>
    <p:sldId id="1760" r:id="rId13"/>
    <p:sldId id="1762" r:id="rId14"/>
    <p:sldId id="1761" r:id="rId15"/>
    <p:sldId id="1763" r:id="rId16"/>
    <p:sldId id="2995" r:id="rId17"/>
    <p:sldId id="3325" r:id="rId18"/>
    <p:sldId id="2999" r:id="rId19"/>
    <p:sldId id="3001" r:id="rId20"/>
    <p:sldId id="3000" r:id="rId21"/>
    <p:sldId id="3002" r:id="rId22"/>
    <p:sldId id="3313" r:id="rId23"/>
    <p:sldId id="3314" r:id="rId24"/>
    <p:sldId id="3318" r:id="rId25"/>
    <p:sldId id="3315" r:id="rId26"/>
    <p:sldId id="3316" r:id="rId27"/>
    <p:sldId id="3321" r:id="rId28"/>
    <p:sldId id="3322" r:id="rId29"/>
    <p:sldId id="3319" r:id="rId30"/>
    <p:sldId id="3320" r:id="rId31"/>
    <p:sldId id="3323" r:id="rId32"/>
    <p:sldId id="332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ఇంత కాలం నీదు కృపలో" id="{508F5C8F-8C15-4BBD-961F-DF854C5545BD}">
          <p14:sldIdLst>
            <p14:sldId id="905"/>
            <p14:sldId id="904"/>
            <p14:sldId id="1768"/>
            <p14:sldId id="1771"/>
            <p14:sldId id="1769"/>
            <p14:sldId id="1772"/>
            <p14:sldId id="1770"/>
            <p14:sldId id="1773"/>
          </p14:sldIdLst>
        </p14:section>
        <p14:section name="ఈ దినం సదా నా యేసుకే సొంతం" id="{D3CD05E8-BF5C-410D-A0D9-2DB6F3B794D3}">
          <p14:sldIdLst>
            <p14:sldId id="1746"/>
            <p14:sldId id="1467"/>
            <p14:sldId id="1760"/>
            <p14:sldId id="1762"/>
            <p14:sldId id="1761"/>
            <p14:sldId id="1763"/>
          </p14:sldIdLst>
        </p14:section>
        <p14:section name="నా కొకరు ఉన్నారు నను" id="{CDC1D94A-72B3-440D-9402-6F7E859754D4}">
          <p14:sldIdLst>
            <p14:sldId id="2995"/>
            <p14:sldId id="3325"/>
            <p14:sldId id="2999"/>
            <p14:sldId id="3001"/>
            <p14:sldId id="3000"/>
            <p14:sldId id="3002"/>
          </p14:sldIdLst>
        </p14:section>
        <p14:section name="సంవత్సరములు గతియించుచుండ" id="{F00C2BBF-034D-4144-804B-3633989969DB}">
          <p14:sldIdLst>
            <p14:sldId id="3313"/>
            <p14:sldId id="3314"/>
            <p14:sldId id="3318"/>
            <p14:sldId id="3315"/>
            <p14:sldId id="3316"/>
            <p14:sldId id="3321"/>
            <p14:sldId id="3322"/>
            <p14:sldId id="3319"/>
            <p14:sldId id="3320"/>
            <p14:sldId id="3323"/>
            <p14:sldId id="3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44" y="372"/>
      </p:cViewPr>
      <p:guideLst>
        <p:guide orient="horz" pos="20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09"/>
            </a:lvl1pPr>
            <a:lvl2pPr marL="439804" indent="0" algn="ctr">
              <a:buNone/>
              <a:defRPr sz="1924"/>
            </a:lvl2pPr>
            <a:lvl3pPr marL="879607" indent="0" algn="ctr">
              <a:buNone/>
              <a:defRPr sz="1732"/>
            </a:lvl3pPr>
            <a:lvl4pPr marL="1319411" indent="0" algn="ctr">
              <a:buNone/>
              <a:defRPr sz="1539"/>
            </a:lvl4pPr>
            <a:lvl5pPr marL="1759214" indent="0" algn="ctr">
              <a:buNone/>
              <a:defRPr sz="1539"/>
            </a:lvl5pPr>
            <a:lvl6pPr marL="2199018" indent="0" algn="ctr">
              <a:buNone/>
              <a:defRPr sz="1539"/>
            </a:lvl6pPr>
            <a:lvl7pPr marL="2638821" indent="0" algn="ctr">
              <a:buNone/>
              <a:defRPr sz="1539"/>
            </a:lvl7pPr>
            <a:lvl8pPr marL="3078625" indent="0" algn="ctr">
              <a:buNone/>
              <a:defRPr sz="1539"/>
            </a:lvl8pPr>
            <a:lvl9pPr marL="3518429" indent="0" algn="ctr">
              <a:buNone/>
              <a:defRPr sz="15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11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94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1pPr>
            <a:lvl2pPr marL="439804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2pPr>
            <a:lvl3pPr marL="879607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3pPr>
            <a:lvl4pPr marL="1319411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4pPr>
            <a:lvl5pPr marL="1759214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5pPr>
            <a:lvl6pPr marL="2199018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6pPr>
            <a:lvl7pPr marL="2638821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7pPr>
            <a:lvl8pPr marL="3078625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8pPr>
            <a:lvl9pPr marL="3518429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89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32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9804" indent="0">
              <a:buNone/>
              <a:defRPr sz="1924" b="1"/>
            </a:lvl2pPr>
            <a:lvl3pPr marL="879607" indent="0">
              <a:buNone/>
              <a:defRPr sz="1732" b="1"/>
            </a:lvl3pPr>
            <a:lvl4pPr marL="1319411" indent="0">
              <a:buNone/>
              <a:defRPr sz="1539" b="1"/>
            </a:lvl4pPr>
            <a:lvl5pPr marL="1759214" indent="0">
              <a:buNone/>
              <a:defRPr sz="1539" b="1"/>
            </a:lvl5pPr>
            <a:lvl6pPr marL="2199018" indent="0">
              <a:buNone/>
              <a:defRPr sz="1539" b="1"/>
            </a:lvl6pPr>
            <a:lvl7pPr marL="2638821" indent="0">
              <a:buNone/>
              <a:defRPr sz="1539" b="1"/>
            </a:lvl7pPr>
            <a:lvl8pPr marL="3078625" indent="0">
              <a:buNone/>
              <a:defRPr sz="1539" b="1"/>
            </a:lvl8pPr>
            <a:lvl9pPr marL="3518429" indent="0">
              <a:buNone/>
              <a:defRPr sz="15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9804" indent="0">
              <a:buNone/>
              <a:defRPr sz="1924" b="1"/>
            </a:lvl2pPr>
            <a:lvl3pPr marL="879607" indent="0">
              <a:buNone/>
              <a:defRPr sz="1732" b="1"/>
            </a:lvl3pPr>
            <a:lvl4pPr marL="1319411" indent="0">
              <a:buNone/>
              <a:defRPr sz="1539" b="1"/>
            </a:lvl4pPr>
            <a:lvl5pPr marL="1759214" indent="0">
              <a:buNone/>
              <a:defRPr sz="1539" b="1"/>
            </a:lvl5pPr>
            <a:lvl6pPr marL="2199018" indent="0">
              <a:buNone/>
              <a:defRPr sz="1539" b="1"/>
            </a:lvl6pPr>
            <a:lvl7pPr marL="2638821" indent="0">
              <a:buNone/>
              <a:defRPr sz="1539" b="1"/>
            </a:lvl7pPr>
            <a:lvl8pPr marL="3078625" indent="0">
              <a:buNone/>
              <a:defRPr sz="1539" b="1"/>
            </a:lvl8pPr>
            <a:lvl9pPr marL="3518429" indent="0">
              <a:buNone/>
              <a:defRPr sz="15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306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30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187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078"/>
            </a:lvl1pPr>
            <a:lvl2pPr>
              <a:defRPr sz="2693"/>
            </a:lvl2pPr>
            <a:lvl3pPr>
              <a:defRPr sz="2309"/>
            </a:lvl3pPr>
            <a:lvl4pPr>
              <a:defRPr sz="1924"/>
            </a:lvl4pPr>
            <a:lvl5pPr>
              <a:defRPr sz="1924"/>
            </a:lvl5pPr>
            <a:lvl6pPr>
              <a:defRPr sz="1924"/>
            </a:lvl6pPr>
            <a:lvl7pPr>
              <a:defRPr sz="1924"/>
            </a:lvl7pPr>
            <a:lvl8pPr>
              <a:defRPr sz="1924"/>
            </a:lvl8pPr>
            <a:lvl9pPr>
              <a:defRPr sz="19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39"/>
            </a:lvl1pPr>
            <a:lvl2pPr marL="439804" indent="0">
              <a:buNone/>
              <a:defRPr sz="1347"/>
            </a:lvl2pPr>
            <a:lvl3pPr marL="879607" indent="0">
              <a:buNone/>
              <a:defRPr sz="1154"/>
            </a:lvl3pPr>
            <a:lvl4pPr marL="1319411" indent="0">
              <a:buNone/>
              <a:defRPr sz="962"/>
            </a:lvl4pPr>
            <a:lvl5pPr marL="1759214" indent="0">
              <a:buNone/>
              <a:defRPr sz="962"/>
            </a:lvl5pPr>
            <a:lvl6pPr marL="2199018" indent="0">
              <a:buNone/>
              <a:defRPr sz="962"/>
            </a:lvl6pPr>
            <a:lvl7pPr marL="2638821" indent="0">
              <a:buNone/>
              <a:defRPr sz="962"/>
            </a:lvl7pPr>
            <a:lvl8pPr marL="3078625" indent="0">
              <a:buNone/>
              <a:defRPr sz="962"/>
            </a:lvl8pPr>
            <a:lvl9pPr marL="3518429" indent="0">
              <a:buNone/>
              <a:defRPr sz="9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527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078"/>
            </a:lvl1pPr>
            <a:lvl2pPr marL="439804" indent="0">
              <a:buNone/>
              <a:defRPr sz="2693"/>
            </a:lvl2pPr>
            <a:lvl3pPr marL="879607" indent="0">
              <a:buNone/>
              <a:defRPr sz="2309"/>
            </a:lvl3pPr>
            <a:lvl4pPr marL="1319411" indent="0">
              <a:buNone/>
              <a:defRPr sz="1924"/>
            </a:lvl4pPr>
            <a:lvl5pPr marL="1759214" indent="0">
              <a:buNone/>
              <a:defRPr sz="1924"/>
            </a:lvl5pPr>
            <a:lvl6pPr marL="2199018" indent="0">
              <a:buNone/>
              <a:defRPr sz="1924"/>
            </a:lvl6pPr>
            <a:lvl7pPr marL="2638821" indent="0">
              <a:buNone/>
              <a:defRPr sz="1924"/>
            </a:lvl7pPr>
            <a:lvl8pPr marL="3078625" indent="0">
              <a:buNone/>
              <a:defRPr sz="1924"/>
            </a:lvl8pPr>
            <a:lvl9pPr marL="3518429" indent="0">
              <a:buNone/>
              <a:defRPr sz="19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39"/>
            </a:lvl1pPr>
            <a:lvl2pPr marL="439804" indent="0">
              <a:buNone/>
              <a:defRPr sz="1347"/>
            </a:lvl2pPr>
            <a:lvl3pPr marL="879607" indent="0">
              <a:buNone/>
              <a:defRPr sz="1154"/>
            </a:lvl3pPr>
            <a:lvl4pPr marL="1319411" indent="0">
              <a:buNone/>
              <a:defRPr sz="962"/>
            </a:lvl4pPr>
            <a:lvl5pPr marL="1759214" indent="0">
              <a:buNone/>
              <a:defRPr sz="962"/>
            </a:lvl5pPr>
            <a:lvl6pPr marL="2199018" indent="0">
              <a:buNone/>
              <a:defRPr sz="962"/>
            </a:lvl6pPr>
            <a:lvl7pPr marL="2638821" indent="0">
              <a:buNone/>
              <a:defRPr sz="962"/>
            </a:lvl7pPr>
            <a:lvl8pPr marL="3078625" indent="0">
              <a:buNone/>
              <a:defRPr sz="962"/>
            </a:lvl8pPr>
            <a:lvl9pPr marL="3518429" indent="0">
              <a:buNone/>
              <a:defRPr sz="9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46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745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67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7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309"/>
            </a:lvl1pPr>
            <a:lvl2pPr marL="439770" indent="0" algn="ctr">
              <a:buNone/>
              <a:defRPr sz="1924"/>
            </a:lvl2pPr>
            <a:lvl3pPr marL="879540" indent="0" algn="ctr">
              <a:buNone/>
              <a:defRPr sz="1732"/>
            </a:lvl3pPr>
            <a:lvl4pPr marL="1319309" indent="0" algn="ctr">
              <a:buNone/>
              <a:defRPr sz="1539"/>
            </a:lvl4pPr>
            <a:lvl5pPr marL="1759079" indent="0" algn="ctr">
              <a:buNone/>
              <a:defRPr sz="1539"/>
            </a:lvl5pPr>
            <a:lvl6pPr marL="2198849" indent="0" algn="ctr">
              <a:buNone/>
              <a:defRPr sz="1539"/>
            </a:lvl6pPr>
            <a:lvl7pPr marL="2638619" indent="0" algn="ctr">
              <a:buNone/>
              <a:defRPr sz="1539"/>
            </a:lvl7pPr>
            <a:lvl8pPr marL="3078388" indent="0" algn="ctr">
              <a:buNone/>
              <a:defRPr sz="1539"/>
            </a:lvl8pPr>
            <a:lvl9pPr marL="3518158" indent="0" algn="ctr">
              <a:buNone/>
              <a:defRPr sz="15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79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974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57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1pPr>
            <a:lvl2pPr marL="439770" indent="0">
              <a:buNone/>
              <a:defRPr sz="1924">
                <a:solidFill>
                  <a:schemeClr val="tx1">
                    <a:tint val="75000"/>
                  </a:schemeClr>
                </a:solidFill>
              </a:defRPr>
            </a:lvl2pPr>
            <a:lvl3pPr marL="879540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3pPr>
            <a:lvl4pPr marL="1319309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4pPr>
            <a:lvl5pPr marL="1759079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5pPr>
            <a:lvl6pPr marL="2198849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6pPr>
            <a:lvl7pPr marL="2638619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7pPr>
            <a:lvl8pPr marL="3078388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8pPr>
            <a:lvl9pPr marL="3518158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546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48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9770" indent="0">
              <a:buNone/>
              <a:defRPr sz="1924" b="1"/>
            </a:lvl2pPr>
            <a:lvl3pPr marL="879540" indent="0">
              <a:buNone/>
              <a:defRPr sz="1732" b="1"/>
            </a:lvl3pPr>
            <a:lvl4pPr marL="1319309" indent="0">
              <a:buNone/>
              <a:defRPr sz="1539" b="1"/>
            </a:lvl4pPr>
            <a:lvl5pPr marL="1759079" indent="0">
              <a:buNone/>
              <a:defRPr sz="1539" b="1"/>
            </a:lvl5pPr>
            <a:lvl6pPr marL="2198849" indent="0">
              <a:buNone/>
              <a:defRPr sz="1539" b="1"/>
            </a:lvl6pPr>
            <a:lvl7pPr marL="2638619" indent="0">
              <a:buNone/>
              <a:defRPr sz="1539" b="1"/>
            </a:lvl7pPr>
            <a:lvl8pPr marL="3078388" indent="0">
              <a:buNone/>
              <a:defRPr sz="1539" b="1"/>
            </a:lvl8pPr>
            <a:lvl9pPr marL="3518158" indent="0">
              <a:buNone/>
              <a:defRPr sz="15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9770" indent="0">
              <a:buNone/>
              <a:defRPr sz="1924" b="1"/>
            </a:lvl2pPr>
            <a:lvl3pPr marL="879540" indent="0">
              <a:buNone/>
              <a:defRPr sz="1732" b="1"/>
            </a:lvl3pPr>
            <a:lvl4pPr marL="1319309" indent="0">
              <a:buNone/>
              <a:defRPr sz="1539" b="1"/>
            </a:lvl4pPr>
            <a:lvl5pPr marL="1759079" indent="0">
              <a:buNone/>
              <a:defRPr sz="1539" b="1"/>
            </a:lvl5pPr>
            <a:lvl6pPr marL="2198849" indent="0">
              <a:buNone/>
              <a:defRPr sz="1539" b="1"/>
            </a:lvl6pPr>
            <a:lvl7pPr marL="2638619" indent="0">
              <a:buNone/>
              <a:defRPr sz="1539" b="1"/>
            </a:lvl7pPr>
            <a:lvl8pPr marL="3078388" indent="0">
              <a:buNone/>
              <a:defRPr sz="1539" b="1"/>
            </a:lvl8pPr>
            <a:lvl9pPr marL="3518158" indent="0">
              <a:buNone/>
              <a:defRPr sz="15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014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23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751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078"/>
            </a:lvl1pPr>
            <a:lvl2pPr>
              <a:defRPr sz="2693"/>
            </a:lvl2pPr>
            <a:lvl3pPr>
              <a:defRPr sz="2309"/>
            </a:lvl3pPr>
            <a:lvl4pPr>
              <a:defRPr sz="1924"/>
            </a:lvl4pPr>
            <a:lvl5pPr>
              <a:defRPr sz="1924"/>
            </a:lvl5pPr>
            <a:lvl6pPr>
              <a:defRPr sz="1924"/>
            </a:lvl6pPr>
            <a:lvl7pPr>
              <a:defRPr sz="1924"/>
            </a:lvl7pPr>
            <a:lvl8pPr>
              <a:defRPr sz="1924"/>
            </a:lvl8pPr>
            <a:lvl9pPr>
              <a:defRPr sz="19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39"/>
            </a:lvl1pPr>
            <a:lvl2pPr marL="439770" indent="0">
              <a:buNone/>
              <a:defRPr sz="1347"/>
            </a:lvl2pPr>
            <a:lvl3pPr marL="879540" indent="0">
              <a:buNone/>
              <a:defRPr sz="1154"/>
            </a:lvl3pPr>
            <a:lvl4pPr marL="1319309" indent="0">
              <a:buNone/>
              <a:defRPr sz="962"/>
            </a:lvl4pPr>
            <a:lvl5pPr marL="1759079" indent="0">
              <a:buNone/>
              <a:defRPr sz="962"/>
            </a:lvl5pPr>
            <a:lvl6pPr marL="2198849" indent="0">
              <a:buNone/>
              <a:defRPr sz="962"/>
            </a:lvl6pPr>
            <a:lvl7pPr marL="2638619" indent="0">
              <a:buNone/>
              <a:defRPr sz="962"/>
            </a:lvl7pPr>
            <a:lvl8pPr marL="3078388" indent="0">
              <a:buNone/>
              <a:defRPr sz="962"/>
            </a:lvl8pPr>
            <a:lvl9pPr marL="3518158" indent="0">
              <a:buNone/>
              <a:defRPr sz="9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48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078"/>
            </a:lvl1pPr>
            <a:lvl2pPr marL="439770" indent="0">
              <a:buNone/>
              <a:defRPr sz="2693"/>
            </a:lvl2pPr>
            <a:lvl3pPr marL="879540" indent="0">
              <a:buNone/>
              <a:defRPr sz="2309"/>
            </a:lvl3pPr>
            <a:lvl4pPr marL="1319309" indent="0">
              <a:buNone/>
              <a:defRPr sz="1924"/>
            </a:lvl4pPr>
            <a:lvl5pPr marL="1759079" indent="0">
              <a:buNone/>
              <a:defRPr sz="1924"/>
            </a:lvl5pPr>
            <a:lvl6pPr marL="2198849" indent="0">
              <a:buNone/>
              <a:defRPr sz="1924"/>
            </a:lvl6pPr>
            <a:lvl7pPr marL="2638619" indent="0">
              <a:buNone/>
              <a:defRPr sz="1924"/>
            </a:lvl7pPr>
            <a:lvl8pPr marL="3078388" indent="0">
              <a:buNone/>
              <a:defRPr sz="1924"/>
            </a:lvl8pPr>
            <a:lvl9pPr marL="3518158" indent="0">
              <a:buNone/>
              <a:defRPr sz="19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39"/>
            </a:lvl1pPr>
            <a:lvl2pPr marL="439770" indent="0">
              <a:buNone/>
              <a:defRPr sz="1347"/>
            </a:lvl2pPr>
            <a:lvl3pPr marL="879540" indent="0">
              <a:buNone/>
              <a:defRPr sz="1154"/>
            </a:lvl3pPr>
            <a:lvl4pPr marL="1319309" indent="0">
              <a:buNone/>
              <a:defRPr sz="962"/>
            </a:lvl4pPr>
            <a:lvl5pPr marL="1759079" indent="0">
              <a:buNone/>
              <a:defRPr sz="962"/>
            </a:lvl5pPr>
            <a:lvl6pPr marL="2198849" indent="0">
              <a:buNone/>
              <a:defRPr sz="962"/>
            </a:lvl6pPr>
            <a:lvl7pPr marL="2638619" indent="0">
              <a:buNone/>
              <a:defRPr sz="962"/>
            </a:lvl7pPr>
            <a:lvl8pPr marL="3078388" indent="0">
              <a:buNone/>
              <a:defRPr sz="962"/>
            </a:lvl8pPr>
            <a:lvl9pPr marL="3518158" indent="0">
              <a:buNone/>
              <a:defRPr sz="9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895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42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66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42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xStyles>
    <p:titleStyle>
      <a:lvl1pPr algn="l" defTabSz="879607" rtl="0" eaLnBrk="1" latinLnBrk="0" hangingPunct="1">
        <a:lnSpc>
          <a:spcPct val="90000"/>
        </a:lnSpc>
        <a:spcBef>
          <a:spcPct val="0"/>
        </a:spcBef>
        <a:buNone/>
        <a:defRPr sz="42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902" indent="-219902" algn="l" defTabSz="879607" rtl="0" eaLnBrk="1" latinLnBrk="0" hangingPunct="1">
        <a:lnSpc>
          <a:spcPct val="90000"/>
        </a:lnSpc>
        <a:spcBef>
          <a:spcPts val="962"/>
        </a:spcBef>
        <a:buFont typeface="Arial" panose="020B0604020202020204" pitchFamily="34" charset="0"/>
        <a:buChar char="•"/>
        <a:defRPr sz="2693" kern="1200">
          <a:solidFill>
            <a:schemeClr val="tx1"/>
          </a:solidFill>
          <a:latin typeface="+mn-lt"/>
          <a:ea typeface="+mn-ea"/>
          <a:cs typeface="+mn-cs"/>
        </a:defRPr>
      </a:lvl1pPr>
      <a:lvl2pPr marL="659705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2309" kern="1200">
          <a:solidFill>
            <a:schemeClr val="tx1"/>
          </a:solidFill>
          <a:latin typeface="+mn-lt"/>
          <a:ea typeface="+mn-ea"/>
          <a:cs typeface="+mn-cs"/>
        </a:defRPr>
      </a:lvl2pPr>
      <a:lvl3pPr marL="1099509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3pPr>
      <a:lvl4pPr marL="1539313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4pPr>
      <a:lvl5pPr marL="1979116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5pPr>
      <a:lvl6pPr marL="2418920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6pPr>
      <a:lvl7pPr marL="2858723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7pPr>
      <a:lvl8pPr marL="3298526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8pPr>
      <a:lvl9pPr marL="3738330" indent="-219902" algn="l" defTabSz="879607" rtl="0" eaLnBrk="1" latinLnBrk="0" hangingPunct="1">
        <a:lnSpc>
          <a:spcPct val="90000"/>
        </a:lnSpc>
        <a:spcBef>
          <a:spcPts val="481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1pPr>
      <a:lvl2pPr marL="439804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2pPr>
      <a:lvl3pPr marL="879607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19411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4pPr>
      <a:lvl5pPr marL="1759214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5pPr>
      <a:lvl6pPr marL="2199018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6pPr>
      <a:lvl7pPr marL="2638821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7pPr>
      <a:lvl8pPr marL="3078625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8pPr>
      <a:lvl9pPr marL="3518429" algn="l" defTabSz="879607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6FF4-16C1-40BD-B4D1-9375220E130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4D331-D23B-4FE6-A514-53B7E850E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653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xStyles>
    <p:titleStyle>
      <a:lvl1pPr algn="l" defTabSz="879540" rtl="0" eaLnBrk="1" latinLnBrk="0" hangingPunct="1">
        <a:lnSpc>
          <a:spcPct val="90000"/>
        </a:lnSpc>
        <a:spcBef>
          <a:spcPct val="0"/>
        </a:spcBef>
        <a:buNone/>
        <a:defRPr sz="42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884" indent="-219884" algn="l" defTabSz="879540" rtl="0" eaLnBrk="1" latinLnBrk="0" hangingPunct="1">
        <a:lnSpc>
          <a:spcPct val="90000"/>
        </a:lnSpc>
        <a:spcBef>
          <a:spcPts val="962"/>
        </a:spcBef>
        <a:buFont typeface="Arial" panose="020B0604020202020204" pitchFamily="34" charset="0"/>
        <a:buChar char="•"/>
        <a:defRPr sz="2693" kern="1200">
          <a:solidFill>
            <a:schemeClr val="tx1"/>
          </a:solidFill>
          <a:latin typeface="+mn-lt"/>
          <a:ea typeface="+mn-ea"/>
          <a:cs typeface="+mn-cs"/>
        </a:defRPr>
      </a:lvl1pPr>
      <a:lvl2pPr marL="659654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2309" kern="1200">
          <a:solidFill>
            <a:schemeClr val="tx1"/>
          </a:solidFill>
          <a:latin typeface="+mn-lt"/>
          <a:ea typeface="+mn-ea"/>
          <a:cs typeface="+mn-cs"/>
        </a:defRPr>
      </a:lvl2pPr>
      <a:lvl3pPr marL="1099424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924" kern="1200">
          <a:solidFill>
            <a:schemeClr val="tx1"/>
          </a:solidFill>
          <a:latin typeface="+mn-lt"/>
          <a:ea typeface="+mn-ea"/>
          <a:cs typeface="+mn-cs"/>
        </a:defRPr>
      </a:lvl3pPr>
      <a:lvl4pPr marL="1539194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4pPr>
      <a:lvl5pPr marL="1978964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5pPr>
      <a:lvl6pPr marL="2418734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6pPr>
      <a:lvl7pPr marL="2858503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7pPr>
      <a:lvl8pPr marL="3298273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8pPr>
      <a:lvl9pPr marL="3738042" indent="-219884" algn="l" defTabSz="879540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1pPr>
      <a:lvl2pPr marL="439770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2pPr>
      <a:lvl3pPr marL="879540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19309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4pPr>
      <a:lvl5pPr marL="1759079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5pPr>
      <a:lvl6pPr marL="2198849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6pPr>
      <a:lvl7pPr marL="2638619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7pPr>
      <a:lvl8pPr marL="3078388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8pPr>
      <a:lvl9pPr marL="3518158" algn="l" defTabSz="879540" rtl="0" eaLnBrk="1" latinLnBrk="0" hangingPunct="1">
        <a:defRPr sz="1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5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D03E30-2492-4390-B4EF-7A5472BB1618}"/>
              </a:ext>
            </a:extLst>
          </p:cNvPr>
          <p:cNvSpPr txBox="1"/>
          <p:nvPr/>
        </p:nvSpPr>
        <p:spPr>
          <a:xfrm>
            <a:off x="230675" y="305613"/>
            <a:ext cx="11729153" cy="5690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ఇంత కాలం నీదు కృపలో కాచిన దేవా (2)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ఇకను కూడా మాకు తోడు నీడ నీవే కదా (2)        </a:t>
            </a:r>
            <a:endParaRPr lang="en-IN" sz="1732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endParaRPr lang="te-IN" sz="1732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ఎన్ని ఏళ్ళు గడచినా – ఎన్ని తరాలు మారినా (2)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మారని వీడని ప్రేమే నీదయ్యా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మార్చిన నా జీవితం నీకే యేసయ్యా (2)  </a:t>
            </a:r>
            <a:endParaRPr lang="en-IN" sz="1732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      </a:t>
            </a:r>
            <a:endParaRPr lang="en-IN" sz="1732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నీవు చేసిన మేలులు – తలచుకుందును అనుదినం (2)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స్తుతి స్తోత్రము నీకే యేసయ్యా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వేరుగా ఏమియు చెల్లించలేనయ్యా (2) </a:t>
            </a:r>
            <a:endParaRPr lang="en-IN" sz="1732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          </a:t>
            </a:r>
          </a:p>
          <a:p>
            <a:pPr algn="ctr" defTabSz="329836">
              <a:lnSpc>
                <a:spcPct val="150000"/>
              </a:lnSpc>
            </a:pP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దూరమైతిరి ఆప్తులు – విడచిపోతిరి నా హితులు (2)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శోధన వేదన తీర్చిన యేసయ్యా</a:t>
            </a:r>
            <a:b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1732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తల్లిలా తండ్రిలా కాచిన యేసయ్యా (2) </a:t>
            </a:r>
          </a:p>
        </p:txBody>
      </p:sp>
    </p:spTree>
    <p:extLst>
      <p:ext uri="{BB962C8B-B14F-4D97-AF65-F5344CB8AC3E}">
        <p14:creationId xmlns:p14="http://schemas.microsoft.com/office/powerpoint/2010/main" val="1185850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2172" y="2019479"/>
            <a:ext cx="11729153" cy="281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ఇంత కాలం నీదు కృపలో</a:t>
            </a:r>
            <a:r>
              <a:rPr lang="en-US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కాచిన దేవా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ఇకను కూడా మాకు</a:t>
            </a:r>
            <a:endParaRPr lang="en-US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తోడు నీడ నీవే కదా (2) </a:t>
            </a:r>
            <a:endParaRPr lang="en-IN" sz="4500" b="1" dirty="0">
              <a:solidFill>
                <a:srgbClr val="000000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10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1423" y="1880774"/>
            <a:ext cx="11729153" cy="289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ఎన్ని ఏళ్ళు గడచినా – ఎన్ని తరాలు మారినా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మారని వీడని ప్రేమే నీదయ్యా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మార్చిన నా జీవితం నీకే యేసయ్యా (2)  </a:t>
            </a:r>
            <a:endParaRPr lang="en-IN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019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2172" y="2019479"/>
            <a:ext cx="11729153" cy="281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ఇంత కాలం నీదు కృపలో</a:t>
            </a:r>
            <a:r>
              <a:rPr lang="en-US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కాచిన దేవా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ఇకను కూడా మాకు</a:t>
            </a:r>
            <a:endParaRPr lang="en-US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తోడు నీడ నీవే కదా (2) </a:t>
            </a:r>
            <a:endParaRPr lang="en-IN" sz="4500" b="1" dirty="0">
              <a:solidFill>
                <a:srgbClr val="000000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44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129535" y="1836064"/>
            <a:ext cx="11729153" cy="289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నీవు చేసిన మేలులు – తలచుకుందును అనుదినం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స్తుతి స్తోత్రము నీకే యేసయ్యా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వేరుగా ఏమియు చెల్లించలేనయ్యా (2) </a:t>
            </a:r>
            <a:endParaRPr lang="en-IN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2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2172" y="2019479"/>
            <a:ext cx="11729153" cy="281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ఇంత కాలం నీదు కృపలో</a:t>
            </a:r>
            <a:r>
              <a:rPr lang="en-US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కాచిన దేవా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ఇకను కూడా మాకు</a:t>
            </a:r>
            <a:endParaRPr lang="en-US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తోడు నీడ నీవే కదా (2) </a:t>
            </a:r>
            <a:endParaRPr lang="en-IN" sz="4500" b="1" dirty="0">
              <a:solidFill>
                <a:srgbClr val="000000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43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2172" y="1980526"/>
            <a:ext cx="11729153" cy="289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దూరమైతిరి ఆప్తులు – విడచిపోతిరి నా హితులు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శోధన వేదన తీర్చిన యేసయ్యా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తల్లిలా తండ్రిలా కాచిన యేసయ్యా (2) </a:t>
            </a:r>
          </a:p>
        </p:txBody>
      </p:sp>
    </p:spTree>
    <p:extLst>
      <p:ext uri="{BB962C8B-B14F-4D97-AF65-F5344CB8AC3E}">
        <p14:creationId xmlns:p14="http://schemas.microsoft.com/office/powerpoint/2010/main" val="2925010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573C6-7535-4D1C-8296-5D16CDA0D56E}"/>
              </a:ext>
            </a:extLst>
          </p:cNvPr>
          <p:cNvSpPr txBox="1"/>
          <p:nvPr/>
        </p:nvSpPr>
        <p:spPr>
          <a:xfrm>
            <a:off x="232172" y="1875017"/>
            <a:ext cx="11729153" cy="281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ఇంత కాలం నీదు కృపలో</a:t>
            </a:r>
            <a:r>
              <a:rPr lang="en-US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కాచిన దేవా (2)</a:t>
            </a:r>
            <a:b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</a:b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ఇకను కూడా మాకు</a:t>
            </a:r>
            <a:endParaRPr lang="en-US" sz="405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</a:pPr>
            <a:r>
              <a:rPr lang="te-IN" sz="405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తోడు నీడ నీవే కదా (2) </a:t>
            </a:r>
            <a:endParaRPr lang="en-IN" sz="4500" b="1" dirty="0">
              <a:solidFill>
                <a:srgbClr val="000000"/>
              </a:solidFill>
              <a:latin typeface="Ramabhadra" panose="02000600000000000000" pitchFamily="2" charset="0"/>
              <a:cs typeface="Ramabhadr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87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262DEA-322A-4C26-9830-DF3BC4642D34}"/>
              </a:ext>
            </a:extLst>
          </p:cNvPr>
          <p:cNvSpPr txBox="1"/>
          <p:nvPr/>
        </p:nvSpPr>
        <p:spPr>
          <a:xfrm>
            <a:off x="3274432" y="653324"/>
            <a:ext cx="5643137" cy="542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ఈ దినం సదా నా యేసుకే సొంతం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నాధుని ప్రసన్నత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తోడ నడచును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రానున్న కాలము – కలత నివ్వదు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మంచి కాపరీ సదా – నన్ను నడుపును</a:t>
            </a:r>
          </a:p>
          <a:p>
            <a:pPr algn="ctr" defTabSz="329836">
              <a:lnSpc>
                <a:spcPct val="150000"/>
              </a:lnSpc>
              <a:defRPr/>
            </a:pPr>
            <a:endParaRPr lang="te-IN" sz="1443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ఎడారులు లోయలు ఎదురు నిలచినా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ఎన్నడెవరు నడువని బాటయైనను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వెరవదెన్నడైనను నాదు హృదయము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గాయపడిన యేసుపాదం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అందు నడచెను (2)</a:t>
            </a:r>
          </a:p>
          <a:p>
            <a:pPr algn="ctr" defTabSz="329836">
              <a:lnSpc>
                <a:spcPct val="150000"/>
              </a:lnSpc>
              <a:defRPr/>
            </a:pPr>
            <a:endParaRPr lang="te-IN" sz="1443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ప్రవాహం వోలె శోదకుండు ఎదురు వచ్చినా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యుద్ధకేక నా నోట యేసు నామమే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విరోదమైన ఆయుధాలు యేవి ఫలించవు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1443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యెహోవా నిస్సియే నాదు విజయము</a:t>
            </a:r>
          </a:p>
        </p:txBody>
      </p:sp>
    </p:spTree>
    <p:extLst>
      <p:ext uri="{BB962C8B-B14F-4D97-AF65-F5344CB8AC3E}">
        <p14:creationId xmlns:p14="http://schemas.microsoft.com/office/powerpoint/2010/main" val="3803397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72484-1FBC-4C60-8CB4-2C25856ACB3A}"/>
              </a:ext>
            </a:extLst>
          </p:cNvPr>
          <p:cNvSpPr txBox="1"/>
          <p:nvPr/>
        </p:nvSpPr>
        <p:spPr>
          <a:xfrm flipH="1">
            <a:off x="456795" y="1786729"/>
            <a:ext cx="112784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ఈ దినం సదా నా యేసుకే సొంతం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నాధుని ప్రసన్నత</a:t>
            </a:r>
            <a:r>
              <a:rPr lang="en-US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తోడ నడచును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రానున్న కాలము – కలత నివ్వదు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మంచి కాపరీ సదా – నన్ను నడుపును</a:t>
            </a:r>
          </a:p>
        </p:txBody>
      </p:sp>
    </p:spTree>
    <p:extLst>
      <p:ext uri="{BB962C8B-B14F-4D97-AF65-F5344CB8AC3E}">
        <p14:creationId xmlns:p14="http://schemas.microsoft.com/office/powerpoint/2010/main" val="4059398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72484-1FBC-4C60-8CB4-2C25856ACB3A}"/>
              </a:ext>
            </a:extLst>
          </p:cNvPr>
          <p:cNvSpPr txBox="1"/>
          <p:nvPr/>
        </p:nvSpPr>
        <p:spPr>
          <a:xfrm flipH="1">
            <a:off x="456795" y="1714877"/>
            <a:ext cx="112784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ఎడారులు లోయలు ఎదురు నిలచినా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ఎన్నడెవరు నడువని బాటయైనను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వెరవదెన్నడైనను నాదు హృదయము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గాయపడిన యేసుపాదం</a:t>
            </a:r>
            <a:r>
              <a:rPr lang="en-US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అందు నడచెను (2)</a:t>
            </a:r>
          </a:p>
        </p:txBody>
      </p:sp>
    </p:spTree>
    <p:extLst>
      <p:ext uri="{BB962C8B-B14F-4D97-AF65-F5344CB8AC3E}">
        <p14:creationId xmlns:p14="http://schemas.microsoft.com/office/powerpoint/2010/main" val="134623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72484-1FBC-4C60-8CB4-2C25856ACB3A}"/>
              </a:ext>
            </a:extLst>
          </p:cNvPr>
          <p:cNvSpPr txBox="1"/>
          <p:nvPr/>
        </p:nvSpPr>
        <p:spPr>
          <a:xfrm flipH="1">
            <a:off x="456795" y="1646770"/>
            <a:ext cx="112784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ఈ దినం సదా నా యేసుకే సొంతం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నాధుని ప్రసన్నత</a:t>
            </a:r>
            <a:r>
              <a:rPr lang="en-US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తోడ నడచును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రానున్న కాలము – కలత నివ్వదు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మంచి కాపరీ సదా – నన్ను నడుపును</a:t>
            </a:r>
          </a:p>
        </p:txBody>
      </p:sp>
    </p:spTree>
    <p:extLst>
      <p:ext uri="{BB962C8B-B14F-4D97-AF65-F5344CB8AC3E}">
        <p14:creationId xmlns:p14="http://schemas.microsoft.com/office/powerpoint/2010/main" val="3862417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72484-1FBC-4C60-8CB4-2C25856ACB3A}"/>
              </a:ext>
            </a:extLst>
          </p:cNvPr>
          <p:cNvSpPr txBox="1"/>
          <p:nvPr/>
        </p:nvSpPr>
        <p:spPr>
          <a:xfrm flipH="1">
            <a:off x="456795" y="1646770"/>
            <a:ext cx="112784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ప్రవాహం వోలె శోదకుండు ఎదురు వచ్చినా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యుద్ధకేక నా నోట యేసు నామమే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విరోదమైన ఆయుధాలు యేవి ఫలించవు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యెహోవా నిస్సియే నాదు విజయము</a:t>
            </a:r>
          </a:p>
        </p:txBody>
      </p:sp>
    </p:spTree>
    <p:extLst>
      <p:ext uri="{BB962C8B-B14F-4D97-AF65-F5344CB8AC3E}">
        <p14:creationId xmlns:p14="http://schemas.microsoft.com/office/powerpoint/2010/main" val="3743510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72484-1FBC-4C60-8CB4-2C25856ACB3A}"/>
              </a:ext>
            </a:extLst>
          </p:cNvPr>
          <p:cNvSpPr txBox="1"/>
          <p:nvPr/>
        </p:nvSpPr>
        <p:spPr>
          <a:xfrm flipH="1">
            <a:off x="456795" y="1646769"/>
            <a:ext cx="112784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ఈ దినం సదా నా యేసుకే సొంతం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నాధుని ప్రసన్నత</a:t>
            </a:r>
            <a:r>
              <a:rPr lang="en-US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- </a:t>
            </a: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తోడ నడచును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రానున్న కాలము – కలత నివ్వదు (2)</a:t>
            </a:r>
          </a:p>
          <a:p>
            <a:pPr algn="ctr" defTabSz="329836">
              <a:lnSpc>
                <a:spcPct val="150000"/>
              </a:lnSpc>
              <a:defRPr/>
            </a:pPr>
            <a:r>
              <a:rPr lang="te-IN" sz="33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మంచి కాపరీ సదా – నన్ను నడుపును</a:t>
            </a:r>
          </a:p>
        </p:txBody>
      </p:sp>
    </p:spTree>
    <p:extLst>
      <p:ext uri="{BB962C8B-B14F-4D97-AF65-F5344CB8AC3E}">
        <p14:creationId xmlns:p14="http://schemas.microsoft.com/office/powerpoint/2010/main" val="2984139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99105"/>
            <a:ext cx="11727656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కొకరు ఉన్నారు నను ప్రేమించే వారు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అడవులలో అల్లాడగా కరుణతో నను వెదకెను  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  <a:endParaRPr lang="en-IN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</a:pPr>
            <a:endParaRPr lang="en-IN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మందలోని గొర్రెవలె మతి తప్పితిరిగితిని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కాపరివై వెదకి వచ్చి తనఒడి చేర్చుకొనున్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  <a:endParaRPr lang="en-IN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</a:pPr>
            <a:endParaRPr lang="te-IN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నన్నెరిగి నను పిలువ నా రాజుని ఎరిగితిని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పరమున నను చేర్చిన్  పరిశుద్ధునిగా మార్చెన్</a:t>
            </a:r>
          </a:p>
          <a:p>
            <a:pPr algn="ctr" defTabSz="342900">
              <a:lnSpc>
                <a:spcPct val="150000"/>
              </a:lnSpc>
            </a:pPr>
            <a:r>
              <a:rPr lang="te-IN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2173776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598696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కొకరు ఉన్నారు నను ప్రేమించే వారు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అడవులలో అల్లాడగా కరుణతో నను వెదకెను  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174825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680252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మందలోని గొర్రెవలె మతి తప్పితిరిగితిని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కాపరివై వెదకి వచ్చి తనఒడి చేర్చుకొనున్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935830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680252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కొకరు ఉన్నారు నను ప్రేమించే వారు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అడవులలో అల్లాడగా కరుణతో నను వెదకెను  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4265656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824714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 నన్నెరిగి నను పిలువ నా రాజుని ఎరిగితిని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పరమున నను చేర్చిన్  పరిశుద్ధునిగా మార్చెన్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814546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680252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నా కొకరు ఉన్నారు నను ప్రేమించే వారు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అడవులలో అల్లాడగా కరుణతో నను వెదకెను  </a:t>
            </a:r>
          </a:p>
          <a:p>
            <a:pPr algn="ctr" defTabSz="342900">
              <a:lnSpc>
                <a:spcPct val="150000"/>
              </a:lnSpc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ఆయనే నా యేసు... ఆయనే నా యేసు</a:t>
            </a:r>
          </a:p>
        </p:txBody>
      </p:sp>
    </p:spTree>
    <p:extLst>
      <p:ext uri="{BB962C8B-B14F-4D97-AF65-F5344CB8AC3E}">
        <p14:creationId xmlns:p14="http://schemas.microsoft.com/office/powerpoint/2010/main" val="1667135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99105"/>
            <a:ext cx="117276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సంవత్సరములు గతియించుచుండ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నను నూతన పరచుము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యేసయ్యా నీ రూపముకు మార్చుము - 2</a:t>
            </a:r>
          </a:p>
          <a:p>
            <a:pPr algn="ctr" defTabSz="342900">
              <a:lnSpc>
                <a:spcPct val="150000"/>
              </a:lnSpc>
              <a:defRPr/>
            </a:pP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హిమము కంటే తెల్లగా –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పరిశుద్ధపరుచుము నా రక్షకా -2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దినదినంబు నీకు సమీపమై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ప్రతి క్షణం నా సిలువ మోయుచు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వెనుక చూడకనే నేను సాగెదను -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శిలువను చూచుచునే గురిని చేరెదను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endParaRPr lang="te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ఆత్మతో నను నింపుమయా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సేవజేతును స్థిరపరచుమా - 2</a:t>
            </a:r>
          </a:p>
          <a:p>
            <a:pPr algn="ctr" defTabSz="342900">
              <a:lnSpc>
                <a:spcPct val="150000"/>
              </a:lnSpc>
              <a:defRPr/>
            </a:pP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నూత్న మనస్సు నూత్న ఆత్మను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నూత్న జీవమును నింపుము దేవా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రాతిగుండెనే మార్చు యేసయ్యా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మాంసపు గుండెనె అమర్చుమో దేవా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endParaRPr lang="te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హృదయము నాకిమ్మయ్యా</a:t>
            </a:r>
            <a:endParaRPr lang="en-IN" sz="12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12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లోకాన్ని నీకై సంపాదించెదా - 2</a:t>
            </a:r>
          </a:p>
        </p:txBody>
      </p:sp>
    </p:spTree>
    <p:extLst>
      <p:ext uri="{BB962C8B-B14F-4D97-AF65-F5344CB8AC3E}">
        <p14:creationId xmlns:p14="http://schemas.microsoft.com/office/powerpoint/2010/main" val="2544103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1531276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సంవత్సరములు గతియించుచుండ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నను నూతన పరచుము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యేసయ్యా నీ రూపముకు మార్చుము - 2</a:t>
            </a:r>
          </a:p>
        </p:txBody>
      </p:sp>
    </p:spTree>
    <p:extLst>
      <p:ext uri="{BB962C8B-B14F-4D97-AF65-F5344CB8AC3E}">
        <p14:creationId xmlns:p14="http://schemas.microsoft.com/office/powerpoint/2010/main" val="131639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2266839"/>
            <a:ext cx="1172765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హిమము కంటే తెల్లగా –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పరిశుద్ధపరుచుము నా రక్షకా -2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95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436578"/>
            <a:ext cx="1172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దినదినంబు నీకు సమీపమై</a:t>
            </a:r>
            <a:endParaRPr lang="en-IN" sz="36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ప్రతి క్షణం నా సిలువ మోయుచు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వెనుక చూడకనే నేను సాగెదను -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శిలువను చూచుచునే గురిని చేరెదను</a:t>
            </a:r>
            <a:endParaRPr lang="en-IN" sz="36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1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2199625"/>
            <a:ext cx="1172765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ఆత్మతో నను నింపుమయా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సేవజేతును స్థిరపరచుమా - 2</a:t>
            </a:r>
          </a:p>
        </p:txBody>
      </p:sp>
    </p:spTree>
    <p:extLst>
      <p:ext uri="{BB962C8B-B14F-4D97-AF65-F5344CB8AC3E}">
        <p14:creationId xmlns:p14="http://schemas.microsoft.com/office/powerpoint/2010/main" val="1447022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1680252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సంవత్సరములు గతియించుచుండ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నను నూతన పరచుము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యేసయ్యా నీ రూపముకు మార్చుము - 2</a:t>
            </a:r>
          </a:p>
        </p:txBody>
      </p:sp>
    </p:spTree>
    <p:extLst>
      <p:ext uri="{BB962C8B-B14F-4D97-AF65-F5344CB8AC3E}">
        <p14:creationId xmlns:p14="http://schemas.microsoft.com/office/powerpoint/2010/main" val="2919265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2199625"/>
            <a:ext cx="1172765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హిమము కంటే తెల్లగా –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పరిశుద్ధపరుచుము నా రక్షకా -2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32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1576378"/>
            <a:ext cx="11727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నూత్న మనస్సు నూత్న ఆత్మను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నూత్న జీవమును నింపుము దేవా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రాతిగుండెనే మార్చు యేసయ్యా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36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మాంసపు గుండెనె అమర్చుమో దేవా</a:t>
            </a:r>
          </a:p>
        </p:txBody>
      </p:sp>
    </p:spTree>
    <p:extLst>
      <p:ext uri="{BB962C8B-B14F-4D97-AF65-F5344CB8AC3E}">
        <p14:creationId xmlns:p14="http://schemas.microsoft.com/office/powerpoint/2010/main" val="2999241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3" y="2199625"/>
            <a:ext cx="1172765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నీ హృదయము నాకిమ్మయ్యా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లోకాన్ని నీకై సంపాదించెదా - 2</a:t>
            </a:r>
          </a:p>
        </p:txBody>
      </p:sp>
    </p:spTree>
    <p:extLst>
      <p:ext uri="{BB962C8B-B14F-4D97-AF65-F5344CB8AC3E}">
        <p14:creationId xmlns:p14="http://schemas.microsoft.com/office/powerpoint/2010/main" val="4238514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1680252"/>
            <a:ext cx="11727656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సంవత్సరములు గతియించుచుండ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నను నూతన పరచుము</a:t>
            </a: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యేసయ్యా నీ రూపముకు మార్చుము - 2</a:t>
            </a:r>
          </a:p>
        </p:txBody>
      </p:sp>
    </p:spTree>
    <p:extLst>
      <p:ext uri="{BB962C8B-B14F-4D97-AF65-F5344CB8AC3E}">
        <p14:creationId xmlns:p14="http://schemas.microsoft.com/office/powerpoint/2010/main" val="3512962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A55FF-8607-4C89-B166-69531F14B083}"/>
              </a:ext>
            </a:extLst>
          </p:cNvPr>
          <p:cNvSpPr txBox="1"/>
          <p:nvPr/>
        </p:nvSpPr>
        <p:spPr>
          <a:xfrm>
            <a:off x="232172" y="2126879"/>
            <a:ext cx="1172765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హిమము కంటే తెల్లగా –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  <a:p>
            <a:pPr algn="ctr" defTabSz="342900">
              <a:lnSpc>
                <a:spcPct val="150000"/>
              </a:lnSpc>
              <a:defRPr/>
            </a:pPr>
            <a:r>
              <a:rPr lang="te-IN" sz="4500" b="1" dirty="0">
                <a:solidFill>
                  <a:prstClr val="white"/>
                </a:solidFill>
                <a:latin typeface="Anek Telugu" pitchFamily="2" charset="0"/>
                <a:cs typeface="Anek Telugu" pitchFamily="2" charset="0"/>
              </a:rPr>
              <a:t>పరిశుద్ధపరుచుము నా రక్షకా -2</a:t>
            </a:r>
            <a:endParaRPr lang="en-IN" sz="4500" b="1" dirty="0">
              <a:solidFill>
                <a:prstClr val="white"/>
              </a:solidFill>
              <a:latin typeface="Anek Telugu" pitchFamily="2" charset="0"/>
              <a:cs typeface="Anek Telugu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93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1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777</Words>
  <Application>Microsoft Office PowerPoint</Application>
  <PresentationFormat>Widescreen</PresentationFormat>
  <Paragraphs>129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Anek Telugu</vt:lpstr>
      <vt:lpstr>Arial</vt:lpstr>
      <vt:lpstr>Calibri</vt:lpstr>
      <vt:lpstr>Calibri Light</vt:lpstr>
      <vt:lpstr>Ramabhadra</vt:lpstr>
      <vt:lpstr>36_Office Theme</vt:lpstr>
      <vt:lpstr>17_Office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</dc:creator>
  <cp:lastModifiedBy>john</cp:lastModifiedBy>
  <cp:revision>2</cp:revision>
  <dcterms:created xsi:type="dcterms:W3CDTF">2023-12-30T17:33:46Z</dcterms:created>
  <dcterms:modified xsi:type="dcterms:W3CDTF">2023-12-30T17:40:01Z</dcterms:modified>
</cp:coreProperties>
</file>