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2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2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16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26-01-2024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9000" y="4878137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నిను స్తుతించినా చాలు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బ్రతుకు దినములో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నిను పొగిడినా చాలు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గుండె గుడిలో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ఉన్నా లేకున్నా నా స్థితి గతులే మారినా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సన్నిధిలో…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సన్నిధిలో ఆనందించే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భాగ్యమున్నా చాలు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స్తుతులకు పాత్రుడవు నీవేనయ్యా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స్తోత్రార్హుడవు నీవేనయ్యా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నీవేనయ్యా నాకు నీవేనయ్యా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ప్రేమా స్వరూపుడవు నీవేనయ్యా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స్తోత్రార్హుడవు నీవేనయ్యా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నీవేనయ్యా నాకు నీవేనయ్యా 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దేవుడవయ్యా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దేవుడవేసయ్యా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చింతలన్ని తీరేనయ్యా నిను చేరగా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ఎంత మంచి దేవుడవేసయ్యా 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ఘోరపాపినైన నేనూ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దూరంగా పారిపోగా (2)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ప్రేమతో నను క్షమియించి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హత్తుకొన్నావయ్యా 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20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నాకున్న వారందరూ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విడచిపోయిననూ (2)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ఎన్నెన్నో ఇబ్బందులకు గురి చేసిననూ</a:t>
            </a:r>
            <a:b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sz="20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నీవు విడువలేదయ్యా (2)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ఆధారం నీవేనయ్యా 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కాలము మారినా కష్టాలు తీరినా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కారణం నీవేనయ్యా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      యేసయ్యా కారణం నీవేనయ్యా        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లోకంలో ఎన్నో జయాలు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చూసాను నేనింత కాలం 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అయినను ఎందుకో నెమ్మది లేదు 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సమాధానం కొదువైనది యేసయ్యా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సమాధానం కొదువైనది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ఐశ్వర్యం కొదువేమి లేదు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కుటుంబములో కలతేమి లేదు 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అయినను ఎందుకో నెమ్మది లేదు (2)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సమాధానం కొదువైనది యేసయ్యా 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సమాధానం కొదువైనది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51132" y="4878137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పాడెద స్తుతి గానము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కొనియాడెద నీ నామము(2)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నా ప్రేమానురాగం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క్షణమైనా విడువని స్నేహం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అతి శ్రేష్టుడా నా యేసయ్య(2)</a:t>
            </a:r>
          </a:p>
          <a:p>
            <a:pPr algn="ctr" defTabSz="439781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ఇల నాకెవ్వరు లేరనుకొనగా నా దరి చేరితివే 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 నమ్మినవారే నను మరచినను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మరువని దేవుడవు(2)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ఆశలే నాలో చిగురించెను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వాక్యమే నన్ను బ్రతికించెను(2)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అనుబంధము నాకు ఆనందమే(2)</a:t>
            </a:r>
          </a:p>
          <a:p>
            <a:pPr algn="ctr" defTabSz="439781"/>
            <a:endParaRPr lang="te-IN" sz="16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ప్రతి అణువును పరిశుద్ధపరిచెను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రుధిర ధారలే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దర్శనమే నను నిలిపినది ధరణిలో నీ కొరకే(2)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చేతులే నను నిర్మించెను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రూపమే నాలో కలిగెను(2)</a:t>
            </a:r>
          </a:p>
          <a:p>
            <a:pPr algn="ctr" defTabSz="439781"/>
            <a:r>
              <a:rPr lang="te-IN" sz="16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అభిషేకము పరమానందమే(2)</a:t>
            </a:r>
          </a:p>
        </p:txBody>
      </p:sp>
    </p:spTree>
    <p:extLst>
      <p:ext uri="{BB962C8B-B14F-4D97-AF65-F5344CB8AC3E}">
        <p14:creationId xmlns:p14="http://schemas.microsoft.com/office/powerpoint/2010/main" val="1511661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4479</TotalTime>
  <Words>260</Words>
  <Application>Microsoft Office PowerPoint</Application>
  <PresentationFormat>A4 Paper (210x297 mm)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253</cp:revision>
  <cp:lastPrinted>2023-01-08T02:54:40Z</cp:lastPrinted>
  <dcterms:created xsi:type="dcterms:W3CDTF">2022-02-17T17:00:55Z</dcterms:created>
  <dcterms:modified xsi:type="dcterms:W3CDTF">2024-01-26T08:25:41Z</dcterms:modified>
</cp:coreProperties>
</file>