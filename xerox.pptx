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2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2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67" autoAdjust="0"/>
    <p:restoredTop sz="94660"/>
  </p:normalViewPr>
  <p:slideViewPr>
    <p:cSldViewPr snapToGrid="0">
      <p:cViewPr>
        <p:scale>
          <a:sx n="66" d="100"/>
          <a:sy n="66" d="100"/>
        </p:scale>
        <p:origin x="364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13-06-2024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51132" y="125663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 గానములతో నేను –</a:t>
            </a:r>
            <a:endParaRPr lang="en-IN" sz="17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దేవునీ స్తుతించెదనూ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జీవితమంతా ప్రభు కొరకై</a:t>
            </a:r>
            <a:r>
              <a:rPr lang="en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-</a:t>
            </a:r>
            <a:endParaRPr lang="en-IN" sz="17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నేయిల జీవించెదనూ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ప్రభూ కొరకై నిలచెదనూ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7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అది అంతము నీవే .... ఆధార భూతుడ నీవే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ప్రతి జీవిని ప్రేమించి పోషించు ప్రాణదాత నీవే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ప్రేమలో ... నీ నీడలో</a:t>
            </a:r>
            <a:r>
              <a:rPr lang="en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నిలుపుము</a:t>
            </a:r>
            <a:endParaRPr lang="en-IN" sz="17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నీకే స్తోత్రము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7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లోకమంత నీరాకకై</a:t>
            </a:r>
            <a:endParaRPr lang="en-IN" sz="17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వేచి యుండెను నా ప్రభూ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మేఘ వాహనంబు మీద</a:t>
            </a:r>
            <a:endParaRPr lang="en-IN" sz="17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మేటి దూత గణముల తోడా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వేవేగమే రానైయున్న రారాజా-</a:t>
            </a:r>
            <a:endParaRPr lang="en-IN" sz="17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నీకై స్తోత్రము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91DD97-2F45-459B-B58B-E67033410700}"/>
              </a:ext>
            </a:extLst>
          </p:cNvPr>
          <p:cNvSpPr/>
          <p:nvPr/>
        </p:nvSpPr>
        <p:spPr>
          <a:xfrm>
            <a:off x="51132" y="4874508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నేనున్న స్థితిలోనే సంతృప్తిని కలిగించు 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ఏమున్న లేకున్న నీకొరకే బ్రతికించు (2)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కష్టాలు ఎదురైనా నా యాత్రను సాగించు 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నష్టాలలోనైనా స్తుతిచేయుట నేర్పించు (2)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లోకములో నీ కొరకు</a:t>
            </a:r>
            <a:endParaRPr lang="en-US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జ్యోతిగ నను వెలిగించు (2)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రెండవ రాకడవరకు</a:t>
            </a:r>
            <a:endParaRPr lang="en-US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విడువక నను నడిపించు (2)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దినముల పరిమాణం</a:t>
            </a:r>
            <a:endParaRPr lang="en-US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లెక్కించుట నేర్పించు (2)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లోపల స్థిర హృదయం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నూతనముగ పుట్టించు (2)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055CCC-C265-417F-BC2F-ED69E16338ED}"/>
              </a:ext>
            </a:extLst>
          </p:cNvPr>
          <p:cNvSpPr/>
          <p:nvPr/>
        </p:nvSpPr>
        <p:spPr>
          <a:xfrm>
            <a:off x="3429000" y="129292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హల్లెలూయా స్తుతించి పాడి కీర్తింతును</a:t>
            </a:r>
          </a:p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జీవము కంటే ఉత్తమమౌ నీ కృపను</a:t>
            </a:r>
          </a:p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యేసయ్యా........ 4 హల్లెలూయా........ 4</a:t>
            </a:r>
          </a:p>
          <a:p>
            <a:pPr algn="ctr"/>
            <a:endParaRPr lang="te-IN" sz="17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బంధువులు స్నేహితులు ఎంతో మందుండగా</a:t>
            </a:r>
          </a:p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ఎన్నో మారులు నేను ఒంటరినై యుంటిని -2</a:t>
            </a:r>
          </a:p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ఒంటరి తనంలో మంచి స్నేహితునిగా </a:t>
            </a:r>
          </a:p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చెంత చేరినావే-చెలిమి పంచినావే</a:t>
            </a:r>
          </a:p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గుండెల నిండా నీవే - నిన్ను పాడని</a:t>
            </a:r>
          </a:p>
          <a:p>
            <a:pPr algn="ctr"/>
            <a:endParaRPr lang="te-IN" sz="17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జీవితంలో ఎండవానలు రాగా</a:t>
            </a:r>
          </a:p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పగలు చీకటిని నేను అనుభవింపగా</a:t>
            </a:r>
          </a:p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పగలు మేఘ స్థంబమై- రాత్రి అగ్ని స్థంబమై</a:t>
            </a:r>
          </a:p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ఆవరించి నావే- ఆదరించి నావే</a:t>
            </a:r>
          </a:p>
          <a:p>
            <a:pPr algn="ctr"/>
            <a:r>
              <a:rPr lang="te-IN" sz="17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కన్నీరు తుడచి నన్ను – ముద్దాడితివే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3429000" y="4878137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స్తోత్రబలి స్తోత్రబలి – మంచిదేవా నీకేనయ్యా</a:t>
            </a:r>
            <a:b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శుభవేళ ఆనందమే – నా తండ్రి నీ చిరుపాదమే 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6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నిన్నటి బాధలంతా నేటికి మాయమయ్యే (2)</a:t>
            </a:r>
            <a:b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నెమ్మది ఉదయించె అది శాశ్వతమైనదయ్యా (2)</a:t>
            </a:r>
            <a:b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   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   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రేయంతా కాచితివి మరు దినమిచ్చితివి (2)</a:t>
            </a:r>
            <a:b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మరువని నా స్నేహమా నీతో కలసి సంతోషింతును (2)</a:t>
            </a:r>
            <a:b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 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   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సేవ మార్గంలో ఉత్సాహం నొసగితివి (2)</a:t>
            </a:r>
            <a:b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ఉరికురికి పనిచేయ నాకు ఆరోగ్యమిచ్చితివి (2)</a:t>
            </a:r>
            <a:b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</a:t>
            </a:r>
          </a:p>
        </p:txBody>
      </p:sp>
    </p:spTree>
    <p:extLst>
      <p:ext uri="{BB962C8B-B14F-4D97-AF65-F5344CB8AC3E}">
        <p14:creationId xmlns:p14="http://schemas.microsoft.com/office/powerpoint/2010/main" val="1511661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5190</TotalTime>
  <Words>269</Words>
  <Application>Microsoft Office PowerPoint</Application>
  <PresentationFormat>A4 Paper (210x297 mm)</PresentationFormat>
  <Paragraphs>53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319</cp:revision>
  <cp:lastPrinted>2023-01-08T02:54:40Z</cp:lastPrinted>
  <dcterms:created xsi:type="dcterms:W3CDTF">2022-02-17T17:00:55Z</dcterms:created>
  <dcterms:modified xsi:type="dcterms:W3CDTF">2024-06-13T14:08:01Z</dcterms:modified>
</cp:coreProperties>
</file>