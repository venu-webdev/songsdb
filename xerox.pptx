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79" d="100"/>
          <a:sy n="79" d="100"/>
        </p:scale>
        <p:origin x="3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నమ్మదగిన వాడవు సహయుడవు యెసయ్యా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ఆపత్కలములో ఆశ్రయమైనది నీవేనయ్యా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చెర నుండి విడిపించి చెలిమితో బంధించి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నడిపించినావే మందవలె నీ స్వాస్ధ్యమును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జనులకు నీవు న్యయాధిపతివైతివే శత్రువుల కోటలన్ని  కూలిపొయెను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 సంకెళ్ళ్ సంబరాలు మూగబోయెను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నీరిక్షణ కర్తవైన నిన్నే నమ్మిన ప్రజలు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నిత్యనంద భరితులై సీయోను కు తిరిగి వచ్చెను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ప్రియులను నీవు కాపాడే మంచి కాపరి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జఠిలమైన త్రోవలన్ని దాటించితివి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సమృద్ధి జీవముతో పోషించితివి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ఆలోచన కర్తవైన నీ స్వరమే వినగా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నిత్యాదరణను పొంది నీ క్రియలను వివరించెను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చెల్లించెదము మన యేసుకే స్తోత్రము చెల్లించెదము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మంచివాడు గొప్పవాడు మన దేవుడు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వాక్యమునిచ్చు దేవుడు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యెరికో మనకు ముందు వచ్చినా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క్రీస్తు యేసు ముందే నిలుచును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భయపడకు దిగులు పడకు,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ప్రార్ధించి స్తుతియించుము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గొల్యాత్ మనకు ఎదురు వచ్చినా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క్రీస్తుయేసు ముందే నిలుచును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హల్లేలూయా – హల్లేలూయా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జయమని పాడెదము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పాడెద నేనొక నూతన గీతం –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పాడెద మనసారా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నామమే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గాక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వేరొక నామము లేదాయే (2)</a:t>
            </a:r>
          </a:p>
          <a:p>
            <a:pPr algn="ctr"/>
            <a:endParaRPr lang="te-IN" sz="20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కలుషితమైన నదియై నేను –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కడలియైన నీలో (2)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కలిసిపోతినే కలువరి </a:t>
            </a:r>
            <a:r>
              <a:rPr lang="te-IN" sz="2000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దా</a:t>
            </a:r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రిలో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కనబడదే ఇక పాపాలరాశి (2)</a:t>
            </a:r>
          </a:p>
          <a:p>
            <a:pPr algn="ctr"/>
            <a:endParaRPr lang="te-IN" sz="20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పోరు తరగని సిగ సెగలన్నియు –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అణచె కృపాతిశయము (2)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కొదువైన నా హృదయములోన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పొంగెనే అభిషేకతైలం 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సద్గుణ శీలుడా నీవే పూజ్యుడవు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ఆరాధనకు నీవే యోగ్యుడవు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 ప్రమాణముతో శాశ్వత కృపనిచ్చి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ప్రియుని స్వాస్థ్యము నాకిచ్చితివి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సంకల్పమే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ఇది నాపై నీకున్న అనురాగమే</a:t>
            </a:r>
          </a:p>
          <a:p>
            <a:pPr algn="ctr" defTabSz="439781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 సునాదమును నా శ్రమదినమున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మధుర గీతికగా మదిలో వినిపించి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సిలువలో దాగిన సర్వసంపదలిచ్చి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కాంతిమయముగా కనపరచితివే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ఆత్మ శక్తితో</a:t>
            </a:r>
          </a:p>
          <a:p>
            <a:pPr algn="ctr" defTabSz="439781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నాతోడు నీడవై మరపురాని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మహోప కార్యములు నాకై చేసి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చీకటి దాచిన -వేకువగా మార్చి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బలమైన జనముగా నిర్దారించితివి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కీర్తి కొరకే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4666</TotalTime>
  <Words>228</Words>
  <Application>Microsoft Office PowerPoint</Application>
  <PresentationFormat>A4 Paper (210x297 mm)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292</cp:revision>
  <cp:lastPrinted>2023-01-08T02:54:40Z</cp:lastPrinted>
  <dcterms:created xsi:type="dcterms:W3CDTF">2022-02-17T17:00:55Z</dcterms:created>
  <dcterms:modified xsi:type="dcterms:W3CDTF">2024-03-30T12:33:51Z</dcterms:modified>
</cp:coreProperties>
</file>