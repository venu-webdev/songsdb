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4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4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66" d="100"/>
          <a:sy n="66" d="100"/>
        </p:scale>
        <p:origin x="232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13-04-2024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13-04-2024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13-04-2024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13-04-2024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13-04-2024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13-04-2024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13-04-2024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13-04-2024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13-04-2024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13-04-2024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80159" y="4876800"/>
            <a:ext cx="3377869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మహామహిమతో నిండిన కృపా సత్యసంపూర్ణుడా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ఇశ్రాయేలు స్తోత్రములపై ఆసీనుడా యేసయ్యా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స్తుతుల సింహాసనం నీకోసమే యేసయ్యా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6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మహిమను విడచి భూవిపైకి దిగివచ్చి –</a:t>
            </a:r>
            <a:endParaRPr kumimoji="0" lang="en-IN" sz="16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కరుణతో నను పిలచి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సత్యమును భోదించి చీకటిని తొలగించి – వెలుగుతో నింపితివి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సదయుడవై నా పాదములు తొట్రిల్లనివ్వక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స్థిరపరచి నీ కృపాలో నడిపించువాడవు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6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కరములు చాపి జలారాశులలో నుండి –</a:t>
            </a:r>
            <a:endParaRPr kumimoji="0" lang="en-IN" sz="16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నను లేవనెత్తితివి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క్షేమమును దయ చేసి నను వెంబడించి అనుదినము కాచిటివి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అక్షయుడా ప్రేమనుచూపి ఆదరించినావు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నిర్మలుడా బాహువు చాపి దీవించువాడవు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3458027" y="4876800"/>
            <a:ext cx="332673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భూమ్యాకాశములు సృజించిన</a:t>
            </a:r>
            <a:b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నీకే స్తోత్రం (2)</a:t>
            </a:r>
            <a:b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ఆశ్ఛర్యమైన క్రియలు నేనెలా మరచిపోదును (2)</a:t>
            </a:r>
            <a:b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హల్లెలూయ లూయ హల్లెలూయా (4)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బానిసత్వమునుండి శ్రమల బారినుండి విడిపించావు నన్ను</a:t>
            </a:r>
            <a:b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దీన దశలో నేనుండగా</a:t>
            </a:r>
            <a:endParaRPr lang="en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విడువవైతివి (2)   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 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 జీవాహారమై నీదు వాక్యము పోషించెను నన్ను</a:t>
            </a:r>
            <a:b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ఆకలితో అల్లాడగా</a:t>
            </a:r>
            <a:endParaRPr lang="en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తృప్తిపరచితివి (2)   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80160" y="124326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హల్లెలూయా స్తుతించి పాడి కీర్తింతును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జీవము కంటే ఉత్తమమౌ నీ కృపను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యేసయ్యా........ 4 హల్లెలూయా........ 4</a:t>
            </a:r>
          </a:p>
          <a:p>
            <a:pPr algn="ctr"/>
            <a:endParaRPr lang="te-IN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బంధువులు స్నేహితులు ఎంతో మందుండగా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ఎన్నో మారులు నేను ఒంటరినై యుంటిని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ఒంటరి తనంలో మంచి స్నేహితునిగా 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చెంత చేరినావే-చెలిమి పంచినావే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గుండెల నిండా నీవే - నిన్ను పాడని</a:t>
            </a:r>
          </a:p>
          <a:p>
            <a:pPr algn="ctr"/>
            <a:endParaRPr lang="te-IN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జీవితంలో ఎండవానలు రాగా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పగలు చీకటిని నేను అనుభవింపగా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పగలు మేఘ స్థంబమై- రాత్రి అగ్ని స్థంబమై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ఆవరించి నావే- ఆదరించి నావే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కన్నీరు తుడచి నన్ను – ముద్దాడితివే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58028" y="124326"/>
            <a:ext cx="3326737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యేసే నా పరిహారి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ప్రియ యేసే నా పరిహారి</a:t>
            </a:r>
            <a:b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  నా జీవిత కాలమెల్ల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ప్రియ ప్రభువే నా పరిహారి (2)</a:t>
            </a:r>
          </a:p>
          <a:p>
            <a:pPr algn="ctr" defTabSz="439781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ఎన్ని కష్టాలు కలిగిననూ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కృంగించె భాదలెన్నో</a:t>
            </a: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ఎన్ని నష్టాలు వాటిల్లినా </a:t>
            </a: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ప్రియ ప్రభువే నా పరిహారి (2) </a:t>
            </a:r>
          </a:p>
          <a:p>
            <a:pPr algn="ctr" defTabSz="439781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సాతాను వెంబడించినా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శత్రువు ఎదిరించినా (2)</a:t>
            </a:r>
            <a:b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పలు నిందలు నను చుట్టినా</a:t>
            </a:r>
          </a:p>
          <a:p>
            <a:pPr algn="ctr" defTabSz="439781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ప్రియ ప్రభువే నా పరిహారి (2)</a:t>
            </a:r>
          </a:p>
        </p:txBody>
      </p:sp>
    </p:spTree>
    <p:extLst>
      <p:ext uri="{BB962C8B-B14F-4D97-AF65-F5344CB8AC3E}">
        <p14:creationId xmlns:p14="http://schemas.microsoft.com/office/powerpoint/2010/main" val="26852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4727</TotalTime>
  <Words>228</Words>
  <Application>Microsoft Office PowerPoint</Application>
  <PresentationFormat>A4 Paper (210x297 mm)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295</cp:revision>
  <cp:lastPrinted>2023-01-08T02:54:40Z</cp:lastPrinted>
  <dcterms:created xsi:type="dcterms:W3CDTF">2022-02-17T17:00:55Z</dcterms:created>
  <dcterms:modified xsi:type="dcterms:W3CDTF">2024-04-13T08:28:32Z</dcterms:modified>
</cp:coreProperties>
</file>