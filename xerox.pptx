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80" d="100"/>
          <a:sy n="80" d="100"/>
        </p:scale>
        <p:origin x="33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15-03-2024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కృప కృప నీ కృప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కృప కృప క్రీస్తు కృప (2)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నేనైతే నీ కృపయందు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నమ్మికయుంచి యున్నాను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నమ్మికయుంచి యున్నాను (2)     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 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కృపను గూర్చి న్యాయము గూర్చి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నేను పాడెదను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సన్నిధిలో నిర్దోషముతో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నేను నడచెదను (2)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కృపయే నాకు ఆధారం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     ఆ కృపయే నాకు ఆదరణ (2)       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దీన దశలో నేన్నునప్పుడు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నను మరువనిది నీ కృప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నేనీ స్థితిలో ఉన్నానంటే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కేవలము అది నీ కృప (2)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కృపయే నాకు ఆధారం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     ఆ కృపయే నాకు ఆదరణ 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నాదు రక్షక నీ మనసే ఉత్తమం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దినదినము నీతోనే వసియింతును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నేనేది పలికినను ఏమి చేసినను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నీ ప్రేమనే కనుపరుతును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నీ శక్తినే కొనియాడేదను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హృదిలో నీ వాక్యము నివసింపని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  ప్రతిక్షణము ప్రతిదినము ధ్యానింతును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లోకము నను విడచిన నీవు విడువలేదు   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 నాకు జయము జయము నీ శక్తితోనే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తండ్రి నా విభుడా పాలించుమా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 ఆదరణ నా హ్రుదిలోనా నింపుమయా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మనుజులు నను మరిచిన నీవు మరువలేదు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నాకు జయము జయము నీ ప్రేమతోనే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స్తుతి స్తోత్రము  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చెల్లించుడి యేసుకే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రాజాధిరాజు దేవాధిదేవుడు 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స్తుతులకు పాత్రుడు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మనుష్య కుమారుడై </a:t>
            </a:r>
            <a:r>
              <a:rPr lang="en-IN" sz="1600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- </a:t>
            </a: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మనుజుల పాపముకై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మహిలోన వెలసెను </a:t>
            </a:r>
            <a:r>
              <a:rPr lang="en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- </a:t>
            </a: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మరణించి లెచేను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 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పాపపు వస్త్రము మార్చి </a:t>
            </a:r>
            <a:r>
              <a:rPr lang="en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- </a:t>
            </a: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నీతిమంతులుగ తీర్చి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పరిశుద్దులతో చేర్చి </a:t>
            </a:r>
            <a:r>
              <a:rPr lang="en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- </a:t>
            </a: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పరమ సౌభాగ్యము నిచ్చి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 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నీవుంటే నాకు చాలు యేసయ్యా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నీవెంటే నేను ఉంటానేసయ్యా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మాట చాలయ్యా నీ చూపు చాలయ్యా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తోడు చాలయ్యా నీ నీడ చాలయ్యా (2)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ఎన్ని బాధలున్ననూ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ఇబ్బందులైననూ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కష్టమొచ్చినా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నిష్టూరమైననూ (2)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బ్రతుకు నావ పగిలినా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కడలి పాలైననూ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అలలు ముంచి వేసినా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ఆశలు అనగారినా (2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4647</TotalTime>
  <Words>250</Words>
  <Application>Microsoft Office PowerPoint</Application>
  <PresentationFormat>A4 Paper (210x297 mm)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284</cp:revision>
  <cp:lastPrinted>2023-01-08T02:54:40Z</cp:lastPrinted>
  <dcterms:created xsi:type="dcterms:W3CDTF">2022-02-17T17:00:55Z</dcterms:created>
  <dcterms:modified xsi:type="dcterms:W3CDTF">2024-03-15T08:14:35Z</dcterms:modified>
</cp:coreProperties>
</file>