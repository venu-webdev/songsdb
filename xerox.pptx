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80" d="100"/>
          <a:sy n="80" d="100"/>
        </p:scale>
        <p:origin x="33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18-02-2024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పాడెద నేనొక నూతన గీతం</a:t>
            </a:r>
            <a:endParaRPr kumimoji="0" lang="en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పాడెద మనసారా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నామమేగాగ వేరొక నామము లేదాయే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కలుషితమైన నదియై నేను</a:t>
            </a:r>
            <a:endParaRPr kumimoji="0" lang="en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కడలియైన నీలో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కలిసిపోతినే కలువరి ధారిలో కనబడదే ఇక పాపాలరాశి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పోరు తరగని సిగ సెగలన్నియు - అణచి కృపాతిశయము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కొదువైన నానా హృదయములోన పొంగెనే అభిషేకతైలం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సింహాసనాసీనుడా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యేసు రాజా దివ్య తేజా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అద్వితీయుడవు పరిశుద్ధుడవు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అతి సుందరుడవు నీవే ప్రభూ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నీతి న్యాయములు నీ సింహాసనాధారం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సత్యములు నీ సన్నిధానవర్తులు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బలియు అర్పణ కోరవు నీవు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బలియైతివి నా దోషముకై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హృదయమే నీ ప్రియమగు ఆలయం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స్తుతియాగమునే చేసెద నిరతం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బూరధ్వనులే నింగిలో మ్రోగగా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రాజధిరాజ నీవే వచ్చువేళ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సంసిద్ధతతో వెలిగే సిద్దెతో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పెండ్లి కుమరుడా నిన్నెదుర్కొందును 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ఎడబాయని నీ కృప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విడువదు ఎన్నటికీ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ప్రేమానురాగం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కాయును అనుక్షణం (2</a:t>
            </a:r>
            <a:r>
              <a:rPr lang="en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శోకపు లోయలలో – కష్టాల కడగండ్లలో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కడలేని కడలిలో – నిరాశ నిసృహలో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అర్ధమేకాని ఈ జీవితం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ఇక వ్యర్థమని నేననుకొనగ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 కనికరముగల దేవా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కష్టాల కడలిని దాటించితివి (2)</a:t>
            </a:r>
            <a:endParaRPr lang="en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15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విశ్వాస పోరాటంలో – ఎదురాయె శోధనలు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లోకాశల అలజడిలో – సడలితి విశ్వాసములో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దుష్టుల క్షేమమునే చూచి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ఇక నీతి వ్యర్థమని అనుకొనగ (2)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దీర్ఘశాంతముగల దేవా</a:t>
            </a:r>
          </a:p>
          <a:p>
            <a:pPr algn="ctr"/>
            <a:r>
              <a:rPr lang="te-IN" sz="15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చేయి విడువక నడిపించితివి (2)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పరమున ఆలయం నిరతం నీవేగా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సరి సాటి రారు ప్రభువా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కాంతికి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గొరెపిల్ల మహిమకు (2) 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ఉండదు దుఃఖమచట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ఉండును దేవుడు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తుడిచి వేయును కన్నీటి బాధలు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ఆయనే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 జలముల ఊటయు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తండ్రి భూమి మీద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 జరిపెను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వ్యాధి లేమీయు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పదముల్ తాకెను (2)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జయించి మరణమున్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 జీవము నిచ్చెను</a:t>
            </a:r>
          </a:p>
        </p:txBody>
      </p:sp>
    </p:spTree>
    <p:extLst>
      <p:ext uri="{BB962C8B-B14F-4D97-AF65-F5344CB8AC3E}">
        <p14:creationId xmlns:p14="http://schemas.microsoft.com/office/powerpoint/2010/main" val="2601577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4573</TotalTime>
  <Words>262</Words>
  <Application>Microsoft Office PowerPoint</Application>
  <PresentationFormat>A4 Paper (210x297 mm)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267</cp:revision>
  <cp:lastPrinted>2023-01-08T02:54:40Z</cp:lastPrinted>
  <dcterms:created xsi:type="dcterms:W3CDTF">2022-02-17T17:00:55Z</dcterms:created>
  <dcterms:modified xsi:type="dcterms:W3CDTF">2024-02-18T02:50:46Z</dcterms:modified>
</cp:coreProperties>
</file>