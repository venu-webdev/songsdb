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"/>
  </p:notesMasterIdLst>
  <p:handoutMasterIdLst>
    <p:handoutMasterId r:id="rId4"/>
  </p:handoutMasterIdLst>
  <p:sldIdLst>
    <p:sldId id="283" r:id="rId2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86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15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03-08-2024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1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03-08-2024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1233488"/>
            <a:ext cx="4813300" cy="3333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708" tIns="45354" rIns="90708" bIns="45354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51170"/>
            <a:ext cx="5438140" cy="3887607"/>
          </a:xfrm>
          <a:prstGeom prst="rect">
            <a:avLst/>
          </a:prstGeom>
        </p:spPr>
        <p:txBody>
          <a:bodyPr vert="horz" lIns="90708" tIns="45354" rIns="90708" bIns="4535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377848"/>
            <a:ext cx="2945659" cy="494815"/>
          </a:xfrm>
          <a:prstGeom prst="rect">
            <a:avLst/>
          </a:prstGeom>
        </p:spPr>
        <p:txBody>
          <a:bodyPr vert="horz" lIns="90708" tIns="45354" rIns="90708" bIns="45354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1pPr>
    <a:lvl2pPr marL="278526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2pPr>
    <a:lvl3pPr marL="557052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3pPr>
    <a:lvl4pPr marL="835579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4pPr>
    <a:lvl5pPr marL="1114105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5pPr>
    <a:lvl6pPr marL="1392631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6pPr>
    <a:lvl7pPr marL="1671157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7pPr>
    <a:lvl8pPr marL="1949684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8pPr>
    <a:lvl9pPr marL="2228210" algn="l" defTabSz="557052" rtl="0" eaLnBrk="1" latinLnBrk="0" hangingPunct="1">
      <a:defRPr sz="73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03-08-2024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557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03-08-2024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760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03-08-2024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05094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03-08-2024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82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03-08-2024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7118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03-08-2024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156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03-08-2024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3598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03-08-2024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722839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03-08-2024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63699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03-08-2024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9313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03-08-2024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9153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03-08-2024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3701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114CF1-1236-46D5-9846-2222D8891EB8}"/>
              </a:ext>
            </a:extLst>
          </p:cNvPr>
          <p:cNvSpPr/>
          <p:nvPr/>
        </p:nvSpPr>
        <p:spPr>
          <a:xfrm>
            <a:off x="4952400" y="1"/>
            <a:ext cx="2476800" cy="6857999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పావుర స్వరము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వినబడుచున్నది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పాపము విడచి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పరుగిడి రమ్ము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పాపాంధకారములో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తిరుగాడు నీవు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లోకాశల నాశ్రయించి నీవు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పశ్చాత్తాపముతో ప్రార్థించుము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స్వరము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ప్రియునికి వినబడనిమ్ము</a:t>
            </a:r>
          </a:p>
          <a:p>
            <a:pPr algn="ctr"/>
            <a:endParaRPr lang="te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దవళవర్ణుడు రత్నవర్ణుడేసు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అతి మనోహరుడు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అతి సుందరుడు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నా సహోదరి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ప్రాణేశ్వరీ అని</a:t>
            </a: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ప్రయమార నిన్ను</a:t>
            </a:r>
            <a:endParaRPr lang="en-IN" sz="200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200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పిలిచెను యేసు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F71F7B4-8FFE-404C-A782-8BC26C9AA2C9}"/>
              </a:ext>
            </a:extLst>
          </p:cNvPr>
          <p:cNvSpPr/>
          <p:nvPr/>
        </p:nvSpPr>
        <p:spPr>
          <a:xfrm>
            <a:off x="2476200" y="3175"/>
            <a:ext cx="2476800" cy="685482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దేవా నా దేవా –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నీవే నా కాపరి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ప్రేమ నీ క్షమా –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ఎంతో గొప్పది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ఆరాధింతును హృదయాంతరంగములో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స్తుతియింతును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పాద సన్నిధిలో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నీవే కదా దేవుడవు – 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దేవా యేసు దేవా (4)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పాపము నుండి విడిపించినావు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పరిశుద్ధుని చేసి ప్రేమించినావు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నీవే కదా దేవుడవు –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దేవా యేసు దేవా (4)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పరిశుద్ధాత్మను నాలో నింపావు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మట్టి దేహమును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మహిమతో నింపావు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నీవే కదా దేవుడవు –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దేవా యేసు దేవా (4)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5E28D2-6FF1-4F74-ABB1-904543A30A6F}"/>
              </a:ext>
            </a:extLst>
          </p:cNvPr>
          <p:cNvSpPr/>
          <p:nvPr/>
        </p:nvSpPr>
        <p:spPr>
          <a:xfrm>
            <a:off x="-1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స్తుతించి పాడెదం –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స్తుతుల స్తోత్రార్హుడా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ఉత్సాహించి పాడెదం – ఉదయ సాయంత్రముల్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స్తుతుల సింహాసనం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మీద</a:t>
            </a:r>
            <a:r>
              <a:rPr lang="en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ఆసీనుడా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 స్తుతి ఆరాధన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నీకే చెల్లింతుము (2)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గతకాలమంతా నీవు –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మము కాచి కాపాడావు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వ్యధలన్ని తీసావు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గతి లేని మాపై నీవు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మితిలేని ప్రేమ చూపి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శత సంఖ్యగా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మమ్ము</a:t>
            </a:r>
            <a:r>
              <a:rPr lang="en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</a:t>
            </a: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దీవించావు</a:t>
            </a:r>
          </a:p>
          <a:p>
            <a:pPr algn="ctr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కరుణా కటాక్షములను కిరీటములగాను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ఉంచావు మా తలపై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పక్షి రాజు యవ్వనమువలె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 యవ్వనమునంతా (2)</a:t>
            </a:r>
          </a:p>
          <a:p>
            <a:pPr algn="ctr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ఉత్తేజపరిచి తృప్తిని ఇచ్చావు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B01980-9038-477C-BE98-7CF572519C28}"/>
              </a:ext>
            </a:extLst>
          </p:cNvPr>
          <p:cNvSpPr/>
          <p:nvPr/>
        </p:nvSpPr>
        <p:spPr>
          <a:xfrm>
            <a:off x="7429200" y="3174"/>
            <a:ext cx="2476800" cy="6854826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కృప నాకు చాలయ్యా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కృప లేనిదే నే బ్రతుకలేనయ్యా</a:t>
            </a:r>
          </a:p>
          <a:p>
            <a:pPr algn="ctr"/>
            <a:endParaRPr lang="te-IN" sz="15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కృప లేని క్షణము –</a:t>
            </a:r>
            <a:endParaRPr lang="en-IN" sz="15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దయ లేని క్షణము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నేనూహించలేను యేసయ్యా (2)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 కృప నాకు చాలయ్యా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కృప లేనిదే నేనుండలేనయ్యా (2)</a:t>
            </a:r>
            <a:endParaRPr lang="en-IN" sz="15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endParaRPr lang="te-IN" sz="15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మహిమను విడిచి</a:t>
            </a:r>
            <a:endParaRPr lang="en-IN" sz="15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మహిలోకి దిగి వచ్చి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మార్గముగా మారి మనిషిగా మార్చావు</a:t>
            </a:r>
          </a:p>
          <a:p>
            <a:pPr algn="ctr"/>
            <a:r>
              <a:rPr lang="te-IN" sz="155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మహినె </a:t>
            </a:r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నీవు మాధుర్యముగా మార్చి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మాదిరి చూపి</a:t>
            </a:r>
            <a:endParaRPr lang="en-IN" sz="15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మరో రూపమిచ్చావు (2)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మహిమలో నేను మహిమను పొంద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మహిమగా మార్చింది నీ కృప (2)</a:t>
            </a:r>
            <a:endParaRPr lang="en-IN" sz="15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endParaRPr lang="te-IN" sz="15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ఆజ్ఞల మార్గమున ఆశ్రయమును ఇచ్చి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ఆపత్కాలమున ఆదుకొన్నావు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ఆత్మీయులతో ఆనందింప చేసి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ఆనంద తైలముతో</a:t>
            </a:r>
            <a:endParaRPr lang="en-IN" sz="15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అభిషేకించావు (2)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ఆశ తీర ఆరాధన చేసే</a:t>
            </a:r>
          </a:p>
          <a:p>
            <a:pPr algn="ctr"/>
            <a:r>
              <a:rPr lang="te-IN" sz="1550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అదృష్టమిచ్చింది నీ కృప (2)</a:t>
            </a:r>
            <a:endParaRPr lang="en-IN" sz="1550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62409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5397</TotalTime>
  <Words>286</Words>
  <Application>Microsoft Office PowerPoint</Application>
  <PresentationFormat>A4 Paper (210x297 mm)</PresentationFormat>
  <Paragraphs>75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Venu Yalapala</cp:lastModifiedBy>
  <cp:revision>339</cp:revision>
  <cp:lastPrinted>2023-01-08T02:54:40Z</cp:lastPrinted>
  <dcterms:created xsi:type="dcterms:W3CDTF">2022-02-17T17:00:55Z</dcterms:created>
  <dcterms:modified xsi:type="dcterms:W3CDTF">2024-08-03T17:12:01Z</dcterms:modified>
</cp:coreProperties>
</file>