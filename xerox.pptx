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75" d="100"/>
          <a:sy n="75" d="100"/>
        </p:scale>
        <p:origin x="345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04-05-2024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స్తుతి స్తోత్రము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చెల్లించుడి యేసుకే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రాజాధిరాజు దేవాధిదేవుడు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స్తుతులకు పాత్రుడు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9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మనుష్య కుమారుడై మనుజుల పాపముకై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మహిలోన వెలసెను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మరణించి లెచేను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9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పాపపు వస్త్రము మార్చి నీతిమంతులుగ తీర్చి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పరిశుద్దులతో చేర్చి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  పరమ సౌభాగ్యము నిచ్చి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 స్వరూపుడు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పాట యేసయ్య పాట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పాడాలి ప్రతి చోట పాడాలి ప్రతి నోట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హల్లెలూయా హల్లెలూయా (4)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స్తుతిపాటలే పాడుమా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ప్రభు యేసునే వేడుమా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కష్టములే కలిగిన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కన్నీరులే మిగిలినా “స్తుతి”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బంధాలు బిగియించినా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చేరసాలలో వేసినా “స్తుతి”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9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తల్లి నిను మరిచినా –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9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మరువని నీ దేవుడు “స్తుతి”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విన్నపములు వినువాడా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కన్నీరు తుడుచు వాడా 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సుఖములు ఇచ్చువాడా స్తోత్రము యేసయ్యా </a:t>
            </a:r>
          </a:p>
          <a:p>
            <a:pPr algn="ctr"/>
            <a:endParaRPr lang="te-IN" sz="23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నుండియే అన్ని సాధ్యమయ్యా 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మాట ఒకటి చాలునయ్య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మాట ఒకటి చాలునయ్య </a:t>
            </a:r>
          </a:p>
          <a:p>
            <a:pPr algn="ctr"/>
            <a:endParaRPr lang="te-IN" sz="23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చిత్తమే శుద్ధి పొందు 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అని చెప్పి తాకితివే</a:t>
            </a:r>
          </a:p>
          <a:p>
            <a:pPr algn="ctr"/>
            <a:r>
              <a:rPr lang="te-IN" sz="23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అయ్యా అని చెప్పి తాకితివే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ఆశ్చర్యకరుడు ఆలోచనకర్త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నిత్యుడగు తండ్రి సమాధానకర్త (2)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తనవంటి గొప్ప దేవుడు ఎవరున్నారిలలో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సాటైనా దీటైనా 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 దేవుడు లేడిలలో (2)    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చేతిలో రోగాలు లయమైపోయెను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చూపుతో దయ్యాలు విలవిలలాడెను (2)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మాటతో ప్రకృతినే శాసించినవాడు (2)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నీటిపై ఠీవిగా నడచినవాడతడు (2)      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మనకోసం తన ప్రాణాన్నే బలి ఇచ్చినవాడతడు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మనకోసం సజీవుడై లేచినవాడతడు (2)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శాంతినే పంచిపెట్టిన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శాంతమూర్తి యేసు (2)</a:t>
            </a:r>
            <a:b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సర్వాన్నే ధారబోసిన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త్యాగశీలి క్రీస్తు (2)   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4874</TotalTime>
  <Words>214</Words>
  <Application>Microsoft Office PowerPoint</Application>
  <PresentationFormat>A4 Paper (210x297 mm)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304</cp:revision>
  <cp:lastPrinted>2023-01-08T02:54:40Z</cp:lastPrinted>
  <dcterms:created xsi:type="dcterms:W3CDTF">2022-02-17T17:00:55Z</dcterms:created>
  <dcterms:modified xsi:type="dcterms:W3CDTF">2024-05-04T12:53:09Z</dcterms:modified>
</cp:coreProperties>
</file>