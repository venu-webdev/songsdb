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4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4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75" d="100"/>
          <a:sy n="75" d="100"/>
        </p:scale>
        <p:origin x="345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21-03-2024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21-03-2024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21-03-2024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21-03-2024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21-03-2024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21-03-2024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21-03-2024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80159" y="4876800"/>
            <a:ext cx="3377869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యేసే నా పరిహారి  ప్రియ యేసే నా పరిహారి</a:t>
            </a:r>
            <a:b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   నా జీవిత కాలమెల్ల</a:t>
            </a:r>
            <a:endParaRPr kumimoji="0" lang="en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ప్రియ ప్రభువే నా పరిహారి 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ఎన్ని కష్టాలు కలిగిననూ</a:t>
            </a:r>
            <a:endParaRPr kumimoji="0" lang="en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నన్ను కృంగించె భాదలెన్నో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ఎన్ని నష్టాలు వాటిల్లినా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ప్రియ ప్రభువే నా పరిహారి 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నన్ను సాతాను వెంబడించినా</a:t>
            </a:r>
            <a:endParaRPr kumimoji="0" lang="en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నన్ను శత్రువు ఎదిరించినా (2)</a:t>
            </a:r>
            <a:b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పలు నిందలు నను చుట్టినా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ప్రియ ప్రభువే నా పరిహారి (2)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3458027" y="4876800"/>
            <a:ext cx="332673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నీతో నా జీవితం సంతోషమే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నీతో నా అనుబంధం మాధుర్యమే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యేసయ్యా కృప చూపుచున్నావు – వాత్సల్యపూర్ణుడవై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యేసయ్యా నడిపించుచున్నావు – స్ఫూర్తిప్రదాతవై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ఆరాధ్యుడా యేసయ్యా...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నీతో నా అనుబంధం మాధుర్యమే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భీకర ధ్వనిగలా మార్గమునందు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స్నేహించిన నా ప్రియుడవు నీవు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కలనైన మరువను నీవు నడిపిన మార్గం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క్షణమైన విడువను నీతో సహవాసం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సంతోషమందైనా శ్రమలయందైనను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స్తుతి కీర్తనకు ఆధారము నీవే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నిత్యమైన మహిమలో నను నిలుపుటకు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శుద్ధ సువర్ణముగా నను మార్చుచున్నావు (2)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80160" y="124326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 సింహాసనాసీనుడా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యేసు రాజా దివ్య తేజా (2)</a:t>
            </a:r>
          </a:p>
          <a:p>
            <a:pPr algn="ctr"/>
            <a:endParaRPr lang="te-IN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అద్వితీయుడవు పరిశుద్ధుడవు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అతి సుందరుడవు నీవే ప్రభూ (2)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నీతి న్యాయములు నీ సింహాసనాధారం (2)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కృపా సత్యములు నీ సన్నిధానవర్తులు (2)</a:t>
            </a:r>
          </a:p>
          <a:p>
            <a:pPr algn="ctr"/>
            <a:endParaRPr lang="te-IN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బలియు అర్పణ కోరవు నీవు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బలియైతివి నా దోషముకై (2)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హృదయమే నీ ప్రియమగు ఆలయం (2)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స్తుతియాగమునే చేసెద నిరతం (2)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58028" y="124326"/>
            <a:ext cx="3326737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ఆత్మ స్వరూపుడా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ప్రియ ఆత్మ స్వరూపుడా </a:t>
            </a: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నేడే రా దేవా నేడే</a:t>
            </a:r>
            <a:r>
              <a:rPr lang="en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రా దేవా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 మధ్యకు</a:t>
            </a:r>
          </a:p>
          <a:p>
            <a:pPr algn="ctr" defTabSz="439781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పాపపు ఊబి నుండి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రక్షించితివి </a:t>
            </a: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పాపం కడిగి శుద్ధీకరించి</a:t>
            </a: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నీ దివ్య రక్తంతో</a:t>
            </a:r>
          </a:p>
          <a:p>
            <a:pPr algn="ctr" defTabSz="439781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సీనాయి కొండపై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అరుదెంచిన దేవా </a:t>
            </a: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ఆత్మ దాహం తీర్చుటకై </a:t>
            </a: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ఆ దివ్య సమయంలో</a:t>
            </a:r>
          </a:p>
        </p:txBody>
      </p:sp>
    </p:spTree>
    <p:extLst>
      <p:ext uri="{BB962C8B-B14F-4D97-AF65-F5344CB8AC3E}">
        <p14:creationId xmlns:p14="http://schemas.microsoft.com/office/powerpoint/2010/main" val="26852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4652</TotalTime>
  <Words>221</Words>
  <Application>Microsoft Office PowerPoint</Application>
  <PresentationFormat>A4 Paper (210x297 mm)</PresentationFormat>
  <Paragraphs>53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286</cp:revision>
  <cp:lastPrinted>2023-01-08T02:54:40Z</cp:lastPrinted>
  <dcterms:created xsi:type="dcterms:W3CDTF">2022-02-17T17:00:55Z</dcterms:created>
  <dcterms:modified xsi:type="dcterms:W3CDTF">2024-03-21T18:28:23Z</dcterms:modified>
</cp:coreProperties>
</file>