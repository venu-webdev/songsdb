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"/>
  </p:notesMasterIdLst>
  <p:handoutMasterIdLst>
    <p:handoutMasterId r:id="rId4"/>
  </p:handoutMasterIdLst>
  <p:sldIdLst>
    <p:sldId id="283" r:id="rId2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3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75" d="100"/>
          <a:sy n="75" d="100"/>
        </p:scale>
        <p:origin x="2730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31-08-2024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31-08-2024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1233488"/>
            <a:ext cx="481330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08" tIns="45354" rIns="90708" bIns="45354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51170"/>
            <a:ext cx="5438140" cy="3887607"/>
          </a:xfrm>
          <a:prstGeom prst="rect">
            <a:avLst/>
          </a:prstGeom>
        </p:spPr>
        <p:txBody>
          <a:bodyPr vert="horz" lIns="90708" tIns="45354" rIns="90708" bIns="4535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1pPr>
    <a:lvl2pPr marL="278526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2pPr>
    <a:lvl3pPr marL="557052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3pPr>
    <a:lvl4pPr marL="835579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4pPr>
    <a:lvl5pPr marL="1114105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5pPr>
    <a:lvl6pPr marL="1392631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6pPr>
    <a:lvl7pPr marL="1671157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7pPr>
    <a:lvl8pPr marL="1949684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8pPr>
    <a:lvl9pPr marL="222821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31-08-2024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557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31-08-2024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760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31-08-2024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0509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31-08-2024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82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31-08-2024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7118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31-08-2024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31-08-2024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3598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31-08-2024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228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31-08-2024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369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31-08-2024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9313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31-08-2024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9153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31-08-2024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3701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4952400" y="1"/>
            <a:ext cx="2476800" cy="68579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ఎవరు నా చేయి విడచిన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యేసు చేయి విడువడు (2)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చేయి విడువడు (3)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యేసు చేయి విడువడు</a:t>
            </a:r>
          </a:p>
          <a:p>
            <a:pPr algn="ctr" defTabSz="439781"/>
            <a:endParaRPr lang="te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తల్లి ఆయనే</a:t>
            </a:r>
            <a:endParaRPr lang="en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తండ్రి ఆయనే (2)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లాలించును</a:t>
            </a:r>
            <a:endParaRPr lang="en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పాలించును (2)</a:t>
            </a:r>
          </a:p>
          <a:p>
            <a:pPr algn="ctr" defTabSz="439781"/>
            <a:endParaRPr lang="te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వేదన శ్రమలూ</a:t>
            </a:r>
            <a:endParaRPr lang="en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ఉన్నప్పుడల్లా (2)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వేడుకొందునే </a:t>
            </a:r>
            <a:endParaRPr lang="en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కాపాడును (2)</a:t>
            </a:r>
          </a:p>
          <a:p>
            <a:pPr algn="ctr" defTabSz="439781"/>
            <a:endParaRPr lang="te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రక్తముతో</a:t>
            </a:r>
            <a:endParaRPr lang="en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కడిగి</a:t>
            </a:r>
            <a:r>
              <a:rPr lang="en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వేసాడే (2)</a:t>
            </a: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రక్షణ సంతోషం</a:t>
            </a:r>
            <a:endParaRPr lang="en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2000" dirty="0">
                <a:solidFill>
                  <a:prstClr val="black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నాకు ఇచ్చాడే (2)</a:t>
            </a:r>
            <a:endParaRPr lang="en-IN" sz="2000" dirty="0">
              <a:solidFill>
                <a:prstClr val="black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71F7B4-8FFE-404C-A782-8BC26C9AA2C9}"/>
              </a:ext>
            </a:extLst>
          </p:cNvPr>
          <p:cNvSpPr/>
          <p:nvPr/>
        </p:nvSpPr>
        <p:spPr>
          <a:xfrm>
            <a:off x="2476200" y="3175"/>
            <a:ext cx="2476800" cy="685482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నీతో గడిపే ప్రతి క్షణము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ఆనంద బాష్పాలు ఆగవయ్యా (2)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కృప తలంచగా</a:t>
            </a:r>
            <a:endParaRPr lang="en-IN" sz="16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మేళ్లు యోచించగా (2)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గలమాగదు స్తుతించక –</a:t>
            </a:r>
            <a:endParaRPr lang="en-IN" sz="16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నిను కీర్తించక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యేసయ్యా –</a:t>
            </a:r>
            <a:endParaRPr lang="en-IN" sz="16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యేసయ్యా (4)</a:t>
            </a:r>
          </a:p>
          <a:p>
            <a:pPr algn="ctr"/>
            <a:endParaRPr lang="te-IN" sz="16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మారా వంటి నా జీవితాన్ని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మధురముగా మార్చి</a:t>
            </a:r>
            <a:endParaRPr lang="en-IN" sz="16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ఘనపరచినావు (2)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ప్రేమ చేత కాదు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నీవే నను ప్రేమించి (2)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రక్తాన్ని చిందించి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నన్ను రక్షించావు (2)</a:t>
            </a:r>
          </a:p>
          <a:p>
            <a:pPr algn="ctr"/>
            <a:endParaRPr lang="te-IN" sz="16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గమ్యమే లేని ఓ బాటసారిని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నీతో ఉన్నాను</a:t>
            </a:r>
            <a:endParaRPr lang="en-IN" sz="16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భయము లేదన్నావు (2)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శక్తి చేత కాదు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ఆత్మ ద్వారానే (2)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వాగ్ధానము నెరవేర్చి</a:t>
            </a:r>
          </a:p>
          <a:p>
            <a:pPr algn="ctr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వారసుని చేసావు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5E28D2-6FF1-4F74-ABB1-904543A30A6F}"/>
              </a:ext>
            </a:extLst>
          </p:cNvPr>
          <p:cNvSpPr/>
          <p:nvPr/>
        </p:nvSpPr>
        <p:spPr>
          <a:xfrm>
            <a:off x="-1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చాలిన దేవుడవు యేసు 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చాలిన దేవుడ నీవు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వ్యాధి బాధ సమయములో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కష్టసుడుల తరంగములో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ఏమున్నా లేకున్నా ఏ స్ధితికైనా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చాలిన దేవుడ నీవు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అంజూర చెట్లు పూయకున్నను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ద్రాక్ష చెట్లు ఫలింపకున్నను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చేనులోని పైరు పండకపోయినను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శాలలోని పశువులు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లేక పోయినను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గాఢాంధకారాన పయనించిన 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పొంగు సాగరా లెదురైన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లోకమంత ఒకటైన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అన్యాయ తీర్పుకు గురిచేసిన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సత్యము పలుకుటచే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నష్టము కలిగినను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B01980-9038-477C-BE98-7CF572519C28}"/>
              </a:ext>
            </a:extLst>
          </p:cNvPr>
          <p:cNvSpPr/>
          <p:nvPr/>
        </p:nvSpPr>
        <p:spPr>
          <a:xfrm>
            <a:off x="7429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పరమున ఆలయం నిరతం నీవేగా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సరి సాటి రారు ప్రభువా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సన్నిధి కాంతికి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గొరెపిల్ల మహిమకు (2) 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ఉండదు దుఃఖమచట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ఉండును దేవుడు 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తుడిచి వేయును కన్నీటి బాధలు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అది అంతము ఆయనే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జీవ జలముల ఊటయు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తండ్రి భూమి మీద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తన చిత్తము జరిపెను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వ్యాధి లేమీయు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మన పదముల్ తాకెను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జయించి మరణమున్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నిత్య జీవము నిచ్చెను</a:t>
            </a:r>
          </a:p>
        </p:txBody>
      </p:sp>
    </p:spTree>
    <p:extLst>
      <p:ext uri="{BB962C8B-B14F-4D97-AF65-F5344CB8AC3E}">
        <p14:creationId xmlns:p14="http://schemas.microsoft.com/office/powerpoint/2010/main" val="2862409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5496</TotalTime>
  <Words>242</Words>
  <Application>Microsoft Office PowerPoint</Application>
  <PresentationFormat>A4 Paper (210x297 mm)</PresentationFormat>
  <Paragraphs>79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Venu Yalapala</cp:lastModifiedBy>
  <cp:revision>350</cp:revision>
  <cp:lastPrinted>2023-01-08T02:54:40Z</cp:lastPrinted>
  <dcterms:created xsi:type="dcterms:W3CDTF">2022-02-17T17:00:55Z</dcterms:created>
  <dcterms:modified xsi:type="dcterms:W3CDTF">2024-08-31T12:06:01Z</dcterms:modified>
</cp:coreProperties>
</file>