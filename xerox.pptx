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84" r:id="rId2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9D60E13-7795-4B21-B9EC-5BF21E65AAC1}">
          <p14:sldIdLst>
            <p14:sldId id="284"/>
          </p14:sldIdLst>
        </p14:section>
        <p14:section name="Untitled Section" id="{A6F8D81D-7D40-4647-AE92-8344CF04096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629B06-402F-25A0-ECC5-AAF53FBA1C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94C21-B19B-9A8F-7D55-4D5E48ABF0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2DD63-DF8D-4AB8-92A0-0ECCF612C06C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9E8C4-4D87-7AAE-E858-09C9EA7D7C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78D13-9132-D6A5-31BB-49A5B84259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A5AB3-3181-414C-A396-815CB8534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5004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741EC-1360-4793-999B-941E0396C9FA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3013"/>
            <a:ext cx="23241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7058D-57DC-42D6-BEC9-04F9B3DC9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4204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2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1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98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1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3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4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4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25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79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BD32F-FCAD-481A-B7D8-4D813FB7DB24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D060F-F487-4243-B24F-235642FCD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11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4B1B4E-F899-4AA1-B554-B078DFCD42B8}"/>
              </a:ext>
            </a:extLst>
          </p:cNvPr>
          <p:cNvSpPr/>
          <p:nvPr/>
        </p:nvSpPr>
        <p:spPr>
          <a:xfrm>
            <a:off x="3428999" y="124326"/>
            <a:ext cx="3326737" cy="475247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యెహోవా ఆలకించుము</a:t>
            </a:r>
            <a:r>
              <a:rPr kumimoji="0" lang="en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 </a:t>
            </a: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దేవా</a:t>
            </a:r>
            <a:endParaRPr kumimoji="0" lang="en-IN" sz="2000" i="0" u="none" strike="noStrike" kern="1200" cap="none" spc="0" normalizeH="0" baseline="0" noProof="0" dirty="0">
              <a:solidFill>
                <a:schemeClr val="tx1"/>
              </a:solidFill>
              <a:effectLst/>
              <a:uLnTx/>
              <a:uFillTx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ఆశ్రయ దుర్గము నీవే 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మా రక్షణ శృంగము మా ఎతైన కోట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నేను ఎవరికి ఎన్నడు భయపడను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నేను ఎవరికి ఎన్నడు భయపడను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e-IN" sz="2000" i="0" u="none" strike="noStrike" kern="1200" cap="none" spc="0" normalizeH="0" baseline="0" noProof="0" dirty="0">
              <a:solidFill>
                <a:schemeClr val="tx1"/>
              </a:solidFill>
              <a:effectLst/>
              <a:uLnTx/>
              <a:uFillTx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విరిగి నలిగిన హృదయము నీకు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ఇష్టమైన బలి కదా దేవా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నాదు హృదయము నర్పించెదను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 నా సమస్తము నీదే దేవా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e-IN" sz="2000" i="0" u="none" strike="noStrike" kern="1200" cap="none" spc="0" normalizeH="0" baseline="0" noProof="0" dirty="0">
              <a:solidFill>
                <a:schemeClr val="tx1"/>
              </a:solidFill>
              <a:effectLst/>
              <a:uLnTx/>
              <a:uFillTx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కారు చీకటిలో కాంతివలే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అడుగిడితివి మా బ్రతుకులలో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ఆత్మ దాహము తీర్చు ప్రభువా  </a:t>
            </a:r>
          </a:p>
          <a:p>
            <a:pPr marL="0" marR="0" lvl="0" indent="0" algn="ctr" defTabSz="439781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e-IN" sz="20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Ramabhadra" panose="02000600000000000000" pitchFamily="2" charset="0"/>
                <a:cs typeface="Ramabhadra" panose="02000600000000000000" pitchFamily="2" charset="0"/>
              </a:rPr>
              <a:t>పరమ బాటలో నడిపించితివి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2765AB-2009-4D78-90CF-9192BE5415CE}"/>
              </a:ext>
            </a:extLst>
          </p:cNvPr>
          <p:cNvSpPr/>
          <p:nvPr/>
        </p:nvSpPr>
        <p:spPr>
          <a:xfrm>
            <a:off x="3428999" y="4876800"/>
            <a:ext cx="3326738" cy="475247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నిను స్తుతించినా చాలు నా బ్రతుకు దినములో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నిను పొగిడినా చాలు నా గుండె గుడిలో (2)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ఉన్నా లేకున్నా నా స్థితి గతులే మారినా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నీ సన్నిధిలో…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నీ సన్నిధిలో ఆనందించే భాగ్యమున్నా చాలు</a:t>
            </a:r>
            <a:endParaRPr lang="en-IN" sz="1600" b="0" i="0" dirty="0">
              <a:solidFill>
                <a:schemeClr val="tx1"/>
              </a:solidFill>
              <a:effectLst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te-IN" sz="1600" b="0" i="0" dirty="0">
              <a:solidFill>
                <a:schemeClr val="tx1"/>
              </a:solidFill>
              <a:effectLst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స్తుతులకు పాత్రుడవు నీవేనయ్యా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స్తోత్రార్హుడవు నీవేనయ్యా (2)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నీవేనయ్యా నాకు నీవేనయ్యా (2)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te-IN" sz="1600" b="0" i="0" dirty="0">
              <a:solidFill>
                <a:schemeClr val="tx1"/>
              </a:solidFill>
              <a:effectLst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ప్రేమా స్వరూపుడవు నీవేనయ్యా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స్తోత్రార్హుడవు నీవేనయ్యా (2)</a:t>
            </a: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te-IN" sz="1600" b="0" i="0" dirty="0">
                <a:solidFill>
                  <a:schemeClr val="tx1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నీవేనయ్యా నాకు నీవేనయ్యా (2)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AA086-62D7-4ABA-9178-F1303C2758F1}"/>
              </a:ext>
            </a:extLst>
          </p:cNvPr>
          <p:cNvSpPr/>
          <p:nvPr/>
        </p:nvSpPr>
        <p:spPr>
          <a:xfrm>
            <a:off x="51132" y="124326"/>
            <a:ext cx="3377868" cy="475247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అపారమైనది నీ కృప 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అమూల్యమైనది నీ కృప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జీవము కంటె ఉత్తమమైనది 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పర్వత శిఖరము కన్న ఎతైనది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కృప కృప కృప కృప నీకృప   ॥2॥</a:t>
            </a:r>
          </a:p>
          <a:p>
            <a:pPr algn="ctr"/>
            <a:endParaRPr lang="te-IN" sz="1600" b="0" i="0" dirty="0">
              <a:solidFill>
                <a:srgbClr val="000000"/>
              </a:solidFill>
              <a:effectLst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పాప దాస్యములో చిక్కబడి యుండగా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నను రక్షించెను నీకృప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రోగబలహీనతందునే కృంగి యుండగా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 నను స్వస్థపరచును నీకృప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మారా వంటి జీవితం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మధురముగా మార్చెను నీ కృప</a:t>
            </a:r>
          </a:p>
          <a:p>
            <a:pPr algn="ctr"/>
            <a:endParaRPr lang="te-IN" sz="1600" b="0" i="0" dirty="0">
              <a:solidFill>
                <a:srgbClr val="000000"/>
              </a:solidFill>
              <a:effectLst/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నా హీన స్థితిలో పడిపోయి ఉండగా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 నను లేవనెత్తేను నీ కృప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ఆదరించు వారు లేక అలసియున్న నన్ను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ఆదరించెను నీ కృప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మోడైన నా జీవితం </a:t>
            </a:r>
          </a:p>
          <a:p>
            <a:pPr algn="ctr"/>
            <a:r>
              <a:rPr lang="te-IN" sz="1600" b="0" i="0" dirty="0">
                <a:solidFill>
                  <a:srgbClr val="000000"/>
                </a:solidFill>
                <a:effectLst/>
                <a:latin typeface="Ramabhadra" panose="02000600000000000000" pitchFamily="2" charset="0"/>
                <a:cs typeface="Ramabhadra" panose="02000600000000000000" pitchFamily="2" charset="0"/>
              </a:rPr>
              <a:t>చిగురింపజేసెను నీ కృప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968DF1-7B8E-4A1C-81AF-6FA2F0D1F092}"/>
              </a:ext>
            </a:extLst>
          </p:cNvPr>
          <p:cNvSpPr/>
          <p:nvPr/>
        </p:nvSpPr>
        <p:spPr>
          <a:xfrm>
            <a:off x="51132" y="4876800"/>
            <a:ext cx="3377868" cy="475247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స్తుతి పాడుటకే బ్రతికించిన –</a:t>
            </a:r>
            <a:endParaRPr lang="en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జీవనదాతవు నీవేనయ్యా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ఇన్నాళ్లుగా నను పోషించిన – తల్లివలె నను ఓదార్చిన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నీ ప్రేమ నాపై ఎన్నడు మారదు యేసయ్యా (2)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జీవితకాలమంతా ఆధారం నీవేనయ్యా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నా జీవితకాలమంతా ఆరాధించి ఘనపరతును</a:t>
            </a:r>
          </a:p>
          <a:p>
            <a:pPr algn="ctr" defTabSz="439781"/>
            <a:endParaRPr lang="te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ప్రాణభయమును తొలగించినావు –</a:t>
            </a:r>
            <a:endParaRPr lang="en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ప్రాకారములను స్థాపించినావు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సర్వజనులలో నీ మహిమ వివరింప</a:t>
            </a:r>
            <a:endParaRPr lang="en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దీర్ఘాయువుతో నను నింపినావు (2)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నీ కృపా బాహుళ్యమే వీడని అనుబంధమై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తలచిన ప్రతిక్షణమున నూతన బలమిచ్చెను</a:t>
            </a:r>
          </a:p>
          <a:p>
            <a:pPr algn="ctr" defTabSz="439781"/>
            <a:endParaRPr lang="te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నాపై ఉదయించె నీ మహిమ కిరణాలు – కనుమరుగాయెను నా దుఖ:దినములు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కృపలనుపొంది నీ కాడి మోయుటకు</a:t>
            </a:r>
            <a:endParaRPr lang="en-IN" sz="1500" dirty="0">
              <a:solidFill>
                <a:schemeClr val="tx1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లోకములోనుండి ఏర్పరచినావు (2)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నీ దివ్య సంకల్పమే- అవనిలో శుభప్రదమై</a:t>
            </a:r>
          </a:p>
          <a:p>
            <a:pPr algn="ctr" defTabSz="439781"/>
            <a:r>
              <a:rPr lang="te-IN" sz="1500" dirty="0">
                <a:solidFill>
                  <a:schemeClr val="tx1"/>
                </a:solidFill>
                <a:latin typeface="Ramabhadra" panose="02000600000000000000" pitchFamily="2" charset="0"/>
                <a:cs typeface="Ramabhadra" panose="02000600000000000000" pitchFamily="2" charset="0"/>
              </a:rPr>
              <a:t>నీ నిత్య రాజ్యమునకై నిరీక్షణ కలిగించెను</a:t>
            </a:r>
          </a:p>
        </p:txBody>
      </p:sp>
    </p:spTree>
    <p:extLst>
      <p:ext uri="{BB962C8B-B14F-4D97-AF65-F5344CB8AC3E}">
        <p14:creationId xmlns:p14="http://schemas.microsoft.com/office/powerpoint/2010/main" val="26852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4622</TotalTime>
  <Words>255</Words>
  <Application>Microsoft Office PowerPoint</Application>
  <PresentationFormat>A4 Paper (210x297 mm)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Ramabhadra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john</cp:lastModifiedBy>
  <cp:revision>280</cp:revision>
  <cp:lastPrinted>2023-01-08T02:54:40Z</cp:lastPrinted>
  <dcterms:created xsi:type="dcterms:W3CDTF">2022-02-17T17:00:55Z</dcterms:created>
  <dcterms:modified xsi:type="dcterms:W3CDTF">2024-03-06T17:39:32Z</dcterms:modified>
</cp:coreProperties>
</file>