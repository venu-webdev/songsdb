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56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4952400" y="1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దేవా నీవే - నా జీవం నీవే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రా యేసయ్య త్వరలో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రాక కోరి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 వేచియున్నా – 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రారాజా త్వరలో  </a:t>
            </a:r>
          </a:p>
          <a:p>
            <a:pPr algn="ctr" defTabSz="439781"/>
            <a:endParaRPr lang="te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వాగ్ధనము నమ్మి – 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ఆశతో వేచియున్నాను 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నీవున్న చోటికి నన్ను – 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కొనిపోవ వేగమె రావా </a:t>
            </a:r>
          </a:p>
          <a:p>
            <a:pPr algn="ctr" defTabSz="439781"/>
            <a:endParaRPr lang="te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మేఘాలపై నీవురాగా – 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దూత గణమెల్ల కొనియాడ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 మహాదానంబుతో – 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నీతోనే సదా వసియింతు</a:t>
            </a:r>
            <a:endParaRPr lang="en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ఈ దినం సదా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యేసుకే సొంతం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నాధుని ప్రసన్నత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తోడ నడచును (2)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రానున్న కాలము –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కలత నివ్వదు (2)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మంచి కాపరీ సదా –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నడుపును</a:t>
            </a:r>
          </a:p>
          <a:p>
            <a:pPr algn="ctr"/>
            <a:endParaRPr lang="te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ఎడారులు లోయలు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ఎదురు నిలచినా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ఎన్నడెవరు నడువని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బాటయైనను (2)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వెరవదెన్నడైనను నాదు హృదయము (2)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గాయపడిన యేసుపాదం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అందు నడచెను (2)</a:t>
            </a:r>
          </a:p>
          <a:p>
            <a:pPr algn="ctr"/>
            <a:endParaRPr lang="te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ప్రవాహం వోలె శోదకుండు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ఎదురు వచ్చినా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యుద్ధకేక నా నోట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యేసు నామమే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విరోదమైన ఆయుధాలు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యేవి ఫలించవు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యెహోవా నిస్సియే</a:t>
            </a:r>
          </a:p>
          <a:p>
            <a:pPr algn="ctr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నాదు విజయము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-1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యూదా స్తుతి గోత్రపు సింహమా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నా ఆత్మీయ ప్రగతి నీ స్వాధీనమా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కదా నా ఆరాధన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స్తుతి ఆరాధన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స్తుతి ఆరాధన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ప్రజల నెమ్మదికై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రాజాజ్ఞ మార్చింది నీవేనని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అహమును అణచి అధికారులను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అధముల చేసిన నీకు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అసాధ్యమైనది ఏమున్నది (4)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నీతి కిరణాలకై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దిక్కు దెసలన్ని నీవేనని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అనతికాలాన ప్రథమ ఫలముగా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పక్వపరచిన నీకు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అసాధ్యమైనది ఏమున్నది (4)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కృపా క్షేమము నీ శాశ్వత జీవము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జీవిత కాలమంతయు నీవు దయచేయువాడవు (2)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మహోన్నతమైన నీ ఉపకారములు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తలంచుచు అనుక్షణము పరవశించనా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కృపలోనే పరవశించనా</a:t>
            </a:r>
          </a:p>
          <a:p>
            <a:pPr algn="ctr"/>
            <a:endParaRPr lang="te-IN" sz="14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ప్రతి ప్రార్ధనకు నీవిచ్చిన ఈవులే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లెక్కకు మించిన దీవెనలైనాయి (2)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అడుగులు తడబడక నడిపినది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దివ్య వాక్యమే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కడలిని మించిన విశ్వాసమునిచ్చి విజయము చేకూర్చెను (2)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వాక్యమే మకరంధమై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బలపరిచెను నన్ను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 స్తుతిపాత్రుడ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 (2)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</a:t>
            </a:r>
          </a:p>
          <a:p>
            <a:pPr algn="ctr"/>
            <a:endParaRPr lang="te-IN" sz="14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సత్య మార్గములో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ఫలించిన అనుభవమే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పరిమళింపచేసి సాక్షిగ నిలిపాయి (2)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కలతచెందక నిలిపినది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దివ్య దర్శనమే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గమ్యము చేరే శక్తితో నను నింపి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నూతన కృపనిచ్చెను (2)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ఆరాధ్యుడా అభిషిక్తుడా ఆరాధన నీకే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 స్తుతిపాత్రుడ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 (2)</a:t>
            </a:r>
          </a:p>
          <a:p>
            <a:pPr algn="ctr"/>
            <a:r>
              <a:rPr lang="te-IN" sz="14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5415</TotalTime>
  <Words>281</Words>
  <Application>Microsoft Office PowerPoint</Application>
  <PresentationFormat>A4 Paper (210x297 mm)</PresentationFormat>
  <Paragraphs>85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Venu Yalapala</cp:lastModifiedBy>
  <cp:revision>343</cp:revision>
  <cp:lastPrinted>2023-01-08T02:54:40Z</cp:lastPrinted>
  <dcterms:created xsi:type="dcterms:W3CDTF">2022-02-17T17:00:55Z</dcterms:created>
  <dcterms:modified xsi:type="dcterms:W3CDTF">2024-08-11T09:12:28Z</dcterms:modified>
</cp:coreProperties>
</file>