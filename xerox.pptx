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2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2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100" d="100"/>
          <a:sy n="100" d="100"/>
        </p:scale>
        <p:origin x="2910" y="-1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08-06-2024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51132" y="125663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స్తుతియించెదా నీ నామం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దేవా అనుదినం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స్తుతియించెదా నీ నామం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దేవా అనుక్షణం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దయతో కాపాడినావు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కృపనే చూపించినావు (2)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నిను నే మరువనేసు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నిను నే విడువనేసు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పాపినై యుండగ నేను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రక్షించి దరి చేర్చినావు (2) 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నిను నే మరువనేసు – నిను నే విడువనేసు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సిలువే నాకు శరణం నీవే నాకు మార్గం (2) 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నిను నే మరువనేసు – నిను నే విడువనేసు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91DD97-2F45-459B-B58B-E67033410700}"/>
              </a:ext>
            </a:extLst>
          </p:cNvPr>
          <p:cNvSpPr/>
          <p:nvPr/>
        </p:nvSpPr>
        <p:spPr>
          <a:xfrm>
            <a:off x="3429000" y="125663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(యేసు) రాజా నీ భవనములో</a:t>
            </a:r>
            <a:b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రేయి పగలు వేచియుందును (2)</a:t>
            </a:r>
            <a:b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(నిన్ను) స్తుతించి ఆనందింతును</a:t>
            </a:r>
            <a:b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చింతలు మరచెదను (2)</a:t>
            </a:r>
          </a:p>
          <a:p>
            <a:pPr algn="ctr"/>
            <a:endParaRPr lang="te-IN" sz="16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బలమా నా కోట</a:t>
            </a:r>
            <a:b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 (2)</a:t>
            </a:r>
            <a:b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దుర్గమా ఆశ్రయమా</a:t>
            </a:r>
            <a:b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 (2)</a:t>
            </a:r>
            <a:b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ఆరాధనా ఆరాధనా</a:t>
            </a:r>
            <a:b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అబ్బ తండ్రి నీకేనయ్యా</a:t>
            </a:r>
          </a:p>
          <a:p>
            <a:pPr algn="ctr"/>
            <a:endParaRPr lang="te-IN" sz="16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అంతట నివసించు యెహోవా ఎలోహిం</a:t>
            </a:r>
            <a:b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 (2)</a:t>
            </a:r>
            <a:b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 యొక్క నీతి యెహోవా సిద్కేను</a:t>
            </a:r>
            <a:b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 (2)</a:t>
            </a:r>
            <a:b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ఆరాధనా ఆరాధనా</a:t>
            </a:r>
            <a:b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అబ్బ తండ్రి నీకేనయ్యా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055CCC-C265-417F-BC2F-ED69E16338ED}"/>
              </a:ext>
            </a:extLst>
          </p:cNvPr>
          <p:cNvSpPr/>
          <p:nvPr/>
        </p:nvSpPr>
        <p:spPr>
          <a:xfrm>
            <a:off x="51132" y="4878137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హల్లెలూయ పాట యేసయ్య పాట</a:t>
            </a:r>
          </a:p>
          <a:p>
            <a:pPr algn="ctr"/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పాడాలి ప్రతి చోట పాడాలి ప్రతి నోట</a:t>
            </a:r>
          </a:p>
          <a:p>
            <a:pPr algn="ctr"/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హల్లెలూయా హల్లెలూయా హల్లెలూయా (4)</a:t>
            </a:r>
          </a:p>
          <a:p>
            <a:pPr algn="ctr"/>
            <a:endParaRPr lang="te-IN" sz="17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స్తుతిపాటలే పాడుమా –</a:t>
            </a:r>
          </a:p>
          <a:p>
            <a:pPr algn="ctr"/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ప్రభు యేసునే వేడుమా (2)</a:t>
            </a:r>
          </a:p>
          <a:p>
            <a:pPr algn="ctr"/>
            <a:endParaRPr lang="te-IN" sz="17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కష్టములే కలిగిన –</a:t>
            </a:r>
          </a:p>
          <a:p>
            <a:pPr algn="ctr"/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కన్నీరులే మిగిలినా “స్తుతి”</a:t>
            </a:r>
          </a:p>
          <a:p>
            <a:pPr algn="ctr"/>
            <a:endParaRPr lang="te-IN" sz="17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బంధాలు బిగియించినా –</a:t>
            </a:r>
          </a:p>
          <a:p>
            <a:pPr algn="ctr"/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చేరసాలలో వేసినా “స్తుతి”</a:t>
            </a:r>
          </a:p>
          <a:p>
            <a:pPr algn="ctr"/>
            <a:endParaRPr lang="te-IN" sz="17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తల్లి నిను మరిచినా –</a:t>
            </a:r>
          </a:p>
          <a:p>
            <a:pPr algn="ctr"/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మరువని నీ దేవుడు “స్తుతి”</a:t>
            </a:r>
          </a:p>
          <a:p>
            <a:pPr algn="ctr"/>
            <a:endParaRPr lang="te-IN" sz="17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జనులెంత నిందించినా –</a:t>
            </a:r>
          </a:p>
          <a:p>
            <a:pPr algn="ctr"/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చేడుమాటలే పలికినా “స్తుతి”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3429000" y="4878137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ఆత్మ స్వరూపుడా ప్రియ ఆత్మ స్వరూపుడా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నేడే రా దేవా నేడే రా దేవా మా మధ్యకు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9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పాపపు ఊబి నుండి నను రక్షించితివి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పాపం కడిగి శుద్ధీకరించి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 నీ దివ్య రక్తంతో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9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సీనాయి కొండపై అరుదెంచిన దేవా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ఆత్మ దాహం తీర్చుటకై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 ఆ దివ్య సమయంలో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9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ఆత్మవరములతో నన్ను నింపు దేవా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క్రీస్తు వలె నను అభిషేకించుము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9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దివ్య సన్నిధిలో</a:t>
            </a:r>
          </a:p>
        </p:txBody>
      </p:sp>
    </p:spTree>
    <p:extLst>
      <p:ext uri="{BB962C8B-B14F-4D97-AF65-F5344CB8AC3E}">
        <p14:creationId xmlns:p14="http://schemas.microsoft.com/office/powerpoint/2010/main" val="1511661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5149</TotalTime>
  <Words>244</Words>
  <Application>Microsoft Office PowerPoint</Application>
  <PresentationFormat>A4 Paper (210x297 mm)</PresentationFormat>
  <Paragraphs>53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317</cp:revision>
  <cp:lastPrinted>2023-01-08T02:54:40Z</cp:lastPrinted>
  <dcterms:created xsi:type="dcterms:W3CDTF">2022-02-17T17:00:55Z</dcterms:created>
  <dcterms:modified xsi:type="dcterms:W3CDTF">2024-06-08T03:49:10Z</dcterms:modified>
</cp:coreProperties>
</file>