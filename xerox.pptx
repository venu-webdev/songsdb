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handoutMasterIdLst>
    <p:handoutMasterId r:id="rId4"/>
  </p:handoutMasterIdLst>
  <p:sldIdLst>
    <p:sldId id="284" r:id="rId2"/>
  </p:sldIdLst>
  <p:sldSz cx="6858000" cy="9906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A9D60E13-7795-4B21-B9EC-5BF21E65AAC1}">
          <p14:sldIdLst>
            <p14:sldId id="284"/>
          </p14:sldIdLst>
        </p14:section>
        <p14:section name="Untitled Section" id="{A6F8D81D-7D40-4647-AE92-8344CF040961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867" autoAdjust="0"/>
    <p:restoredTop sz="94660"/>
  </p:normalViewPr>
  <p:slideViewPr>
    <p:cSldViewPr snapToGrid="0">
      <p:cViewPr varScale="1">
        <p:scale>
          <a:sx n="79" d="100"/>
          <a:sy n="79" d="100"/>
        </p:scale>
        <p:origin x="337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F629B06-402F-25A0-ECC5-AAF53FBA1C6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894C21-B19B-9A8F-7D55-4D5E48ABF05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02DD63-DF8D-4AB8-92A0-0ECCF612C06C}" type="datetimeFigureOut">
              <a:rPr lang="en-IN" smtClean="0"/>
              <a:t>11-05-2024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E9E8C4-4D87-7AAE-E858-09C9EA7D7C3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278D13-9132-D6A5-31BB-49A5B842590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0A5AB3-3181-414C-A396-815CB8534F3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950045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E741EC-1360-4793-999B-941E0396C9FA}" type="datetimeFigureOut">
              <a:rPr lang="en-IN" smtClean="0"/>
              <a:t>11-05-2024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66950" y="1243013"/>
            <a:ext cx="2324100" cy="33575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786313"/>
            <a:ext cx="5486400" cy="391636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A7058D-57DC-42D6-BEC9-04F9B3DC93E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342045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11-05-2024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23232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11-05-2024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2366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11-05-2024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83120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11-05-2024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080884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11-05-2024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35989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11-05-2024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7716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11-05-2024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648303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11-05-2024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52449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11-05-2024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007429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11-05-2024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42598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11-05-2024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8798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FBD32F-FCAD-481A-B7D8-4D813FB7DB24}" type="datetimeFigureOut">
              <a:rPr lang="en-IN" smtClean="0"/>
              <a:t>11-05-2024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0111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54B1B4E-F899-4AA1-B554-B078DFCD42B8}"/>
              </a:ext>
            </a:extLst>
          </p:cNvPr>
          <p:cNvSpPr/>
          <p:nvPr/>
        </p:nvSpPr>
        <p:spPr>
          <a:xfrm>
            <a:off x="80159" y="4876800"/>
            <a:ext cx="3377869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35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కృపా క్షేమము నీ శాశ్వత జీవము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35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నా జీవిత కాలమంతయు నీవు దయచేయువాడవు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35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మహోన్నతమైన నీ ఉపకారములు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35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తలంచుచు అనుక్షణము పరవశించనా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35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నీ కృపలోనే పరవశించనా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sz="1350" i="0" u="none" strike="noStrike" kern="1200" cap="none" spc="0" normalizeH="0" baseline="0" noProof="0" dirty="0"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35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నా ప్రతి ప్రార్ధనకు నీవిచ్చిన ఈవులే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35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లెక్కకు మించిన దీవెనలైనాయి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35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అడుగులు తడబడక నడిపినది నీ దివ్య వాక్యమే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35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కడలిని మించిన విశ్వాసమునిచ్చి విజయము చేకూర్చెను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35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నీ వాక్యమే మకరంధమై బలపరిచెను నన్ను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35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నా యేసయ్య స్తుతిపాత్రుడ ఆరాధన నీకే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35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ఆరాధన నీకే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sz="1350" i="0" u="none" strike="noStrike" kern="1200" cap="none" spc="0" normalizeH="0" baseline="0" noProof="0" dirty="0"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35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నీ సత్య మార్గములో ఫలించిన అనుభవమే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35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పరిమళింపచేసి సాక్షిగ నిలిపాయి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35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కలతచెందక నిలిపినది నీ దివ్య దర్శనమే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35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గమ్యము చేరే శక్తితో నను నింపి నూతన కృపనిచ్చెను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35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ఆరాధ్యుడా అభిషిక్తుడా ఆరాధన నీకే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35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నా యేసయ్య స్తుతిపాత్రుడ ఆరాధన నీకే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35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ఆరాధన నీకే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2765AB-2009-4D78-90CF-9192BE5415CE}"/>
              </a:ext>
            </a:extLst>
          </p:cNvPr>
          <p:cNvSpPr/>
          <p:nvPr/>
        </p:nvSpPr>
        <p:spPr>
          <a:xfrm>
            <a:off x="3458027" y="4876800"/>
            <a:ext cx="3326738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 algn="ctr"/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యేసే నా పరిహారి</a:t>
            </a:r>
            <a:endParaRPr lang="en-IN" sz="200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lvl="1" algn="ctr"/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ప్రియ యేసే నా పరిహారి</a:t>
            </a:r>
            <a:b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   నా జీవిత కాలమెల్ల</a:t>
            </a:r>
            <a:endParaRPr lang="en-IN" sz="200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lvl="1" algn="ctr"/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ప్రియ ప్రభువే నా పరిహారి (2)</a:t>
            </a:r>
          </a:p>
          <a:p>
            <a:pPr lvl="1" algn="ctr"/>
            <a:endParaRPr lang="te-IN" sz="200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lvl="1" algn="ctr"/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ఎన్ని కష్టాలు కలిగిననూ</a:t>
            </a:r>
            <a:endParaRPr lang="en-IN" sz="200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lvl="1" algn="ctr"/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నన్ను కృంగించె భాదలెన్నో</a:t>
            </a:r>
          </a:p>
          <a:p>
            <a:pPr lvl="1" algn="ctr"/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ఎన్ని నష్టాలు వాటిల్లినా </a:t>
            </a:r>
          </a:p>
          <a:p>
            <a:pPr lvl="1" algn="ctr"/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ప్రియ ప్రభువే నా పరిహారి (2)</a:t>
            </a:r>
          </a:p>
          <a:p>
            <a:pPr lvl="1" algn="ctr"/>
            <a:endParaRPr lang="te-IN" sz="200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lvl="1" algn="ctr"/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నన్ను సాతాను వెంబడించినా</a:t>
            </a:r>
            <a:endParaRPr lang="en-IN" sz="200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lvl="1" algn="ctr"/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నన్ను శత్రువు ఎదిరించినా (2)</a:t>
            </a:r>
            <a:b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పలు నిందలు నను చుట్టినా</a:t>
            </a:r>
          </a:p>
          <a:p>
            <a:pPr lvl="1" algn="ctr"/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ప్రియ ప్రభువే నా పరిహారి (2)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D5AA086-62D7-4ABA-9178-F1303C2758F1}"/>
              </a:ext>
            </a:extLst>
          </p:cNvPr>
          <p:cNvSpPr/>
          <p:nvPr/>
        </p:nvSpPr>
        <p:spPr>
          <a:xfrm>
            <a:off x="80160" y="124326"/>
            <a:ext cx="3377868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19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స్తోత్రము చెల్లించెదము మన యేసుకే స్తోత్రము చెల్లించెదము</a:t>
            </a:r>
          </a:p>
          <a:p>
            <a:pPr algn="ctr"/>
            <a:r>
              <a:rPr lang="te-IN" sz="19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మంచివాడు గొప్పవాడు మన దేవుడు</a:t>
            </a:r>
          </a:p>
          <a:p>
            <a:pPr algn="ctr"/>
            <a:r>
              <a:rPr lang="te-IN" sz="19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వాక్యమునిచ్చు దేవుడు (2)</a:t>
            </a:r>
          </a:p>
          <a:p>
            <a:pPr algn="ctr"/>
            <a:endParaRPr lang="te-IN" sz="1900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9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యెరికో మనకు ముందు వచ్చినా –</a:t>
            </a:r>
          </a:p>
          <a:p>
            <a:pPr algn="ctr"/>
            <a:r>
              <a:rPr lang="te-IN" sz="19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క్రీస్తు యేసు ముందే నిలుచును</a:t>
            </a:r>
          </a:p>
          <a:p>
            <a:pPr algn="ctr"/>
            <a:r>
              <a:rPr lang="te-IN" sz="19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భయపడకు దిగులు పడకు,</a:t>
            </a:r>
            <a:endParaRPr lang="en-IN" sz="1900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9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ప్రార్ధించి స్తుతియించుము</a:t>
            </a:r>
          </a:p>
          <a:p>
            <a:pPr algn="ctr"/>
            <a:endParaRPr lang="te-IN" sz="1900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9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గొల్యాత్ మనకు ఎదురు వచ్చినా - క్రీస్తుయేసు ముందే నిలుచును</a:t>
            </a:r>
          </a:p>
          <a:p>
            <a:pPr algn="ctr"/>
            <a:r>
              <a:rPr lang="te-IN" sz="19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హల్లేలూయా – హల్లేలూయా</a:t>
            </a:r>
            <a:endParaRPr lang="en-IN" sz="1900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9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జయమని పాడెదమూ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E968DF1-7B8E-4A1C-81AF-6FA2F0D1F092}"/>
              </a:ext>
            </a:extLst>
          </p:cNvPr>
          <p:cNvSpPr/>
          <p:nvPr/>
        </p:nvSpPr>
        <p:spPr>
          <a:xfrm>
            <a:off x="3458028" y="124326"/>
            <a:ext cx="3326737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శాశ్వతమైనది నా యేసుని ప్రేమ 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నిరంతరం ఉండునది నిజ దేవుని ప్రేమ 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యేసుని ప్రేమ  నా యేసుని ప్రేమ</a:t>
            </a:r>
          </a:p>
          <a:p>
            <a:pPr algn="ctr" defTabSz="439781"/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పాపములను భరియించినది  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నాకై శ్రమలను సహియించినది 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నాకు మారుగా మరణించినది 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నను జీవముతో బ్రతికించునది  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యేసుని ప్రేమ  నా యేసుని ప్రేమ</a:t>
            </a:r>
          </a:p>
          <a:p>
            <a:pPr algn="ctr" defTabSz="439781"/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మరణపులోయలో నను కాచినది 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శ్రమలో నను ఓదార్చినది 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నను వీడనిది ఎడబాయనిది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మారనిది మధురమైనది 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యేసుని ప్రేమ నా యేసుని ప్రేమ</a:t>
            </a:r>
          </a:p>
        </p:txBody>
      </p:sp>
    </p:spTree>
    <p:extLst>
      <p:ext uri="{BB962C8B-B14F-4D97-AF65-F5344CB8AC3E}">
        <p14:creationId xmlns:p14="http://schemas.microsoft.com/office/powerpoint/2010/main" val="2685214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5118</TotalTime>
  <Words>250</Words>
  <Application>Microsoft Office PowerPoint</Application>
  <PresentationFormat>A4 Paper (210x297 mm)</PresentationFormat>
  <Paragraphs>60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Ramabhadra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HP</dc:creator>
  <cp:lastModifiedBy>john</cp:lastModifiedBy>
  <cp:revision>308</cp:revision>
  <cp:lastPrinted>2023-01-08T02:54:40Z</cp:lastPrinted>
  <dcterms:created xsi:type="dcterms:W3CDTF">2022-02-17T17:00:55Z</dcterms:created>
  <dcterms:modified xsi:type="dcterms:W3CDTF">2024-05-11T16:21:13Z</dcterms:modified>
</cp:coreProperties>
</file>