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80" d="100"/>
          <a:sy n="80" d="100"/>
        </p:scale>
        <p:origin x="33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21-02-2024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8999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ప్రాణమా నా అంతరంగమా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నాలో వున్న నా సమస్తమా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యెహోవ చేసిన ఉపకారములలో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దేనిని మరువక కొనియాడుమా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ఆ.. ఆ… ఆ.. ఆ… ఆ.. ఆ…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దోషములన్ని క్షమియించువాడు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పాపములన్ని పార ద్రోలువాడు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పరమ వైద్యుడు ప్రభు యేసుడు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 నామమును సన్నుతించుమా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సమాధిలోనుండి నీ ప్రాణమును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విమోచించుచున్నాడు శ్రీయేసుడు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కరుణా కటాక్షములను నీకు కిరీటముగా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ధరియింపజేయును ప్రభు యేసుడు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28999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స్తుతులన్ గైకొనుమా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సుత యేసు క్రీస్తువా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సతతము మమ్ములను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కృపనిడి కావుమా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పెదవులతో ఎప్పుడు నీ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వాక్యమును పఠింప నిమ్ము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కాలు చేతులు ఎప్పుడు నీ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సేవను చేయను వాడనిమ్ము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కలిమియు పదవుల నెల్ల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శుద్ధ కృపచే పొందితిమి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కాలమంతయు జీవింప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నిలకడగ నుండ దీవించుము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51132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ఆత్మతో అభిషేకం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మాపై కుమ్మరించు దేవా</a:t>
            </a:r>
          </a:p>
          <a:p>
            <a:pPr algn="ctr"/>
            <a:r>
              <a:rPr lang="te-IN" sz="2000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దైవత్మచే ఆవరించుము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ఆత్మ దాహం నిండి ఆనందింతుము</a:t>
            </a:r>
          </a:p>
          <a:p>
            <a:pPr algn="ctr"/>
            <a:endParaRPr lang="te-IN" sz="200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నూతన ఆభిషేకం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నూతన తలంపులతో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నిండెదము ఆత్మతో</a:t>
            </a:r>
            <a:endParaRPr lang="te-IN" sz="200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ఆనంద భరితులమై</a:t>
            </a:r>
          </a:p>
          <a:p>
            <a:pPr algn="ctr"/>
            <a:endParaRPr lang="te-IN" sz="200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ఆగ్నితో ఆభిషేకం</a:t>
            </a:r>
            <a:endParaRPr lang="te-IN" sz="200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ముఖముతో కనిపించును</a:t>
            </a:r>
          </a:p>
          <a:p>
            <a:pPr algn="ctr"/>
            <a:r>
              <a:rPr lang="te-IN" sz="2000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శత్రువును జయించుటకు</a:t>
            </a:r>
          </a:p>
          <a:p>
            <a:pPr algn="ctr"/>
            <a:r>
              <a:rPr lang="te-IN" sz="2000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శక్తితో నడిచెదము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పరమున ఆలయం నిరతం నీవేగా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సరి సాటి రారు ప్రభువా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కాంతికి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గొరెపిల్ల మహిమకు (2) 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ఉండదు దుఃఖమచట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ఉండును దేవుడు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తుడిచి వేయును కన్నీటి బాధలు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ఆయనే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 జలముల ఊటయు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తండ్రి భూమి మీద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 జరిపెను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వ్యాధి లేమీయు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పదముల్ తాకెను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జయించి మరణమున్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 జీవము నిచ్చెను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4602</TotalTime>
  <Words>189</Words>
  <Application>Microsoft Office PowerPoint</Application>
  <PresentationFormat>A4 Paper (210x297 mm)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274</cp:revision>
  <cp:lastPrinted>2023-01-08T02:54:40Z</cp:lastPrinted>
  <dcterms:created xsi:type="dcterms:W3CDTF">2022-02-17T17:00:55Z</dcterms:created>
  <dcterms:modified xsi:type="dcterms:W3CDTF">2024-02-21T17:57:29Z</dcterms:modified>
</cp:coreProperties>
</file>