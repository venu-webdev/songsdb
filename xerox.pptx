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95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10-08-2024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యేసే నా పరిహారి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యేసే నా పరిహారి</a:t>
            </a:r>
            <a:b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నా జీవిత కాలమెల్ల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</a:t>
            </a:r>
            <a:r>
              <a:rPr lang="en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పరిహారి 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కష్టాలు కలిగిననూ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కృంగించె భాదలెన్నో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నష్టాలు వాటిల్లినా 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నీవే నా ఆధారం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ప్రేమకు సాటెవ్వరూ (2)</a:t>
            </a:r>
            <a:b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కాలమంతా</a:t>
            </a:r>
            <a:b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నిన్ను పాడి</a:t>
            </a:r>
            <a:r>
              <a:rPr lang="en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స్తుతించెదను (2</a:t>
            </a:r>
            <a:r>
              <a:rPr lang="en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ప్రాణమా నా అంతరంగమా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నాలో వున్న నా సమస్తమా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 చేసిన ఉపకారములలో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దేనిని మరువక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కొనియాడుమా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ఆ.. ఆ… ఆ.. ఆ… ఆ.. ఆ…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దోషములన్నిటిని క్షమియించువాడు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పాపములన్ని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పార ద్రోలువాడు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పరమ వైద్యుడు ప్రభు యేసుడు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 నామమును సన్నుతించుమా (2)</a:t>
            </a:r>
          </a:p>
          <a:p>
            <a:pPr algn="ctr"/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సమాధిలోనుండి నీ ప్రాణమును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విమోచించుచున్నాడు శ్రీయేసుడు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కరుణా కటాక్షములను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నీకు కిరీటముగా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ధరియింపజేయును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 యేసుడు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ప్రేమించెదన్ అధికముగా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ఆరాధింతున్ ఆసక్తితో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నిన్ను పూర్ణ మనసుతో ఆరాధింతున్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పూర్ణ బలముతో ప్రేమించెదన్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ఆరాధనా ఆ.. ఆ.. 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ఆరాధనా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ఎబినేజరే ఎబినేజరే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ఇంత వరకు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ఆదుకొన్నావే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ఇంత వరకు ఆదుకొన్నావే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ఎల్రోహి ఎల్రోహి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చూచావే వందనమయ్యా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చూచావే వందనమయ్యా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నన్ను బ్రతికించెను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బాధలలో నెమ్మదినిచ్చెను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కృపా శక్తి దయా సత్య సంపూర్ణుడా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వాక్యమై ఉన్న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వందనమయ్యా (2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జిగటగల ఊభినుండి లేవనెత్తెను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సమతలమగు భూమిపై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నిలిపెను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పాదములకు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దీపమాయెను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సత్యమైన మార్గములో నడుపుచుండెను (2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శత్రువులను ఎదుర్కొనే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సర్వాంగ కవచమై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యుద్ధమునకు సిద్ధ మనసు ఇచ్చుచున్నది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అపవాది వేయుచున్న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అగ్ని బాణములను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ఖడ్గము వలె అడ్డుకొని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ఆర్పి వేయుచున్నది (2) 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5407</TotalTime>
  <Words>243</Words>
  <Application>Microsoft Office PowerPoint</Application>
  <PresentationFormat>A4 Paper (210x297 mm)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341</cp:revision>
  <cp:lastPrinted>2023-01-08T02:54:40Z</cp:lastPrinted>
  <dcterms:created xsi:type="dcterms:W3CDTF">2022-02-17T17:00:55Z</dcterms:created>
  <dcterms:modified xsi:type="dcterms:W3CDTF">2024-08-10T13:48:36Z</dcterms:modified>
</cp:coreProperties>
</file>