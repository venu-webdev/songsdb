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25" d="100"/>
          <a:sy n="125" d="100"/>
        </p:scale>
        <p:origin x="2370" y="-27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10-02-2024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 అధిక స్తోత్రము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యేసుకే నేనర్పింతును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యేసుకే నా సమస్తము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పరమ దూత సైన్యము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నిన్ను కోరి స్తుతింపగా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వేనోళ్ళతో నే పాడెదన్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 పాపిని నన్ను చేకొనుమా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కరుణ ధార రుధిరము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నన్ను తాకి ప్రవహింపగా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పాపమంతయు</a:t>
            </a:r>
            <a:endParaRPr kumimoji="0" lang="en-US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తొలగిపోయెను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జీవితం నీకే అంకితం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కృపాదారము… త్రియేక దేవా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క్షేమాదారము… నా యేసయ్యా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నూతన బలమును… నవనూతన కృపను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నూతన బలమును… నవనూతన కృపను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నేటి వరకు దయచేయుచున్నావు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నిన్నే ఆరాధింతును పరిశుద్ధుడా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ఈ స్తోత్రగీతం నీకేనయ్యా</a:t>
            </a:r>
            <a:endParaRPr lang="en-US" sz="12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en-US" sz="12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ఆనందించితిని అనురాగబంధాల… ఆశ్రయపురమైన నీలో నేను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ఆకర్షించితిని ఆకాశముకంటే… ఉన్నతమైన నీ ప్రేమను చూపి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ఆపదలెన్నో అలుముకున్నను… అభయమునిచ్చితివి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ఆవేదనల అగ్నిజ్వాలలో… అండగా నిలచితివి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ఆలోచనవై ఆశ్రయమిచ్చి… కాపాడుచున్నావు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నీకే ఈ ప్రేమ గీతం అంకితమయ్యా… ఈ స్తోత్ర గీతం నీకేనయ్యా</a:t>
            </a:r>
            <a:endParaRPr lang="en-US" sz="12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en-US" sz="12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సర్వకృపానిధి సీయోను పురవాసి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స్వాస్థ్యముకై నన్ను పిలచితివి </a:t>
            </a:r>
            <a:r>
              <a:rPr lang="en-US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సిలువను మోయుచు నీ చిత్తమును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నెరవేర్చెదను సహనముకలిగి </a:t>
            </a:r>
            <a:r>
              <a:rPr lang="en-US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(2)</a:t>
            </a:r>
            <a:endParaRPr lang="te-IN" sz="125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శిధిలముకానీ సంపదలెన్నో… నాకై దాచితివీ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సాహసమైన గొప్ప కార్యములు… నాకై చేసితివీ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సర్వశక్తిగల దేవుడవై… నడిపించుచున్నావు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25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నిన్నే ఆరాధింతును పరిశుద్ధుడా… ఈ స్తోత్రగీతం నీకేనయ్యా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సుమధుర స్వరముల గానాలతో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వేలాది దూతల గళములతో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కొనియాడబడుచున్న నా యేసయ్యా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నీకే నా ఆరాధన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మహదానందమే నాలో పరవశమే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నిన్ను స్తుతించిన ప్రతీక్షణం (2</a:t>
            </a:r>
            <a:r>
              <a:rPr lang="en-US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ఎడారి త్రోవలో నే నడిచినా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ఎరుగని మార్గములో నను నడిపినా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ముందు నడచిన జయవీరుడా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విజయ సంకేతమా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ఆనందము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ఆధారము (2)</a:t>
            </a:r>
          </a:p>
          <a:p>
            <a:pPr algn="ctr"/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సంపూర్ణమైన నీ చిత్తమే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అనుకూలమైన సంకల్పమే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జరిగించుచున్నావు నను విడువక</a:t>
            </a:r>
            <a:endParaRPr lang="en-US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ధైర్యము నీవేగా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జయగీతము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నీవే నీవే – నా స్తుతిగీతము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శుభవేళ – స్తోత్రబలి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తండ్రీ దేవా – నీకేనయ్యా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– స్తోత్రబలి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తండ్రీ దేవా – నీకేనయ్యా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తండ్రీ దేవా – నీకేనయ్యా (2) 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 షడ్డాయ్ – ఎల్ షడ్డాయ్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సర్వ శక్తిమంతుడా 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సర్వ శక్తిమంతుడా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 షడ్డాయ్ ఎల్ షడ్డాయ్ (2) 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 రోయి – ఎల్ రోయి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నన్నిల చూచువాడా 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నన్నిల చూచువాడా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ఎల్ రోయి ఎల్ రోయి (2)</a:t>
            </a:r>
          </a:p>
        </p:txBody>
      </p:sp>
    </p:spTree>
    <p:extLst>
      <p:ext uri="{BB962C8B-B14F-4D97-AF65-F5344CB8AC3E}">
        <p14:creationId xmlns:p14="http://schemas.microsoft.com/office/powerpoint/2010/main" val="2601577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4567</TotalTime>
  <Words>311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266</cp:revision>
  <cp:lastPrinted>2023-01-08T02:54:40Z</cp:lastPrinted>
  <dcterms:created xsi:type="dcterms:W3CDTF">2022-02-17T17:00:55Z</dcterms:created>
  <dcterms:modified xsi:type="dcterms:W3CDTF">2024-02-10T15:31:22Z</dcterms:modified>
</cp:coreProperties>
</file>