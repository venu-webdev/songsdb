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4"/>
  </p:notesMasterIdLst>
  <p:handoutMasterIdLst>
    <p:handoutMasterId r:id="rId5"/>
  </p:handoutMasterIdLst>
  <p:sldIdLst>
    <p:sldId id="282" r:id="rId2"/>
    <p:sldId id="283" r:id="rId3"/>
  </p:sldIdLst>
  <p:sldSz cx="9906000" cy="6858000" type="A4"/>
  <p:notesSz cx="6797675" cy="98726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2"/>
            <p14:sldId id="283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67" autoAdjust="0"/>
    <p:restoredTop sz="94660"/>
  </p:normalViewPr>
  <p:slideViewPr>
    <p:cSldViewPr snapToGrid="0">
      <p:cViewPr>
        <p:scale>
          <a:sx n="100" d="100"/>
          <a:sy n="100" d="100"/>
        </p:scale>
        <p:origin x="1950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3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19-07-2024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3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19-07-2024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1233488"/>
            <a:ext cx="4813300" cy="3333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708" tIns="45354" rIns="90708" bIns="45354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51170"/>
            <a:ext cx="5438140" cy="3887607"/>
          </a:xfrm>
          <a:prstGeom prst="rect">
            <a:avLst/>
          </a:prstGeom>
        </p:spPr>
        <p:txBody>
          <a:bodyPr vert="horz" lIns="90708" tIns="45354" rIns="90708" bIns="4535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1pPr>
    <a:lvl2pPr marL="278526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2pPr>
    <a:lvl3pPr marL="557052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3pPr>
    <a:lvl4pPr marL="835579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4pPr>
    <a:lvl5pPr marL="1114105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5pPr>
    <a:lvl6pPr marL="1392631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6pPr>
    <a:lvl7pPr marL="1671157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7pPr>
    <a:lvl8pPr marL="1949684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8pPr>
    <a:lvl9pPr marL="2228210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19-07-2024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557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19-07-2024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6760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19-07-2024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05094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19-07-2024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823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19-07-2024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7118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19-07-2024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015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19-07-2024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35982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19-07-2024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22839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19-07-2024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369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19-07-2024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9313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19-07-2024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91535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19-07-2024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3701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2114CF1-1236-46D5-9846-2222D8891EB8}"/>
              </a:ext>
            </a:extLst>
          </p:cNvPr>
          <p:cNvSpPr/>
          <p:nvPr/>
        </p:nvSpPr>
        <p:spPr>
          <a:xfrm>
            <a:off x="3334022" y="1115306"/>
            <a:ext cx="1618978" cy="227781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స్తుతి గానములతో నేను –</a:t>
            </a:r>
            <a:endParaRPr lang="en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దేవునీ స్తుతించెదనూ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జీవితమంతా ప్రభు కొరకై</a:t>
            </a:r>
            <a:r>
              <a:rPr lang="en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</a:t>
            </a:r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-</a:t>
            </a:r>
            <a:endParaRPr lang="en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నేయిల జీవించెదనూ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ప్రభూ కొరకై నిలచెదనూ</a:t>
            </a:r>
          </a:p>
          <a:p>
            <a:pPr algn="ctr"/>
            <a:endParaRPr lang="te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అది అంతము నీవే .... ఆధార భూతుడ నీవే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ప్రతి జీవిని ప్రేమించి పోషించు ప్రాణదాత నీవే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ప్రేమలో ... నీ నీడలో</a:t>
            </a:r>
            <a:r>
              <a:rPr lang="en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</a:t>
            </a:r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నిలుపుము</a:t>
            </a:r>
            <a:endParaRPr lang="en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నీకే స్తోత్రము</a:t>
            </a:r>
          </a:p>
          <a:p>
            <a:pPr algn="ctr"/>
            <a:endParaRPr lang="te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లోకమంత నీరాకకై</a:t>
            </a:r>
            <a:endParaRPr lang="en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వేచి యుండెను నా ప్రభూ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మేఘ వాహనంబు మీద</a:t>
            </a:r>
            <a:endParaRPr lang="en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మేటి దూత గణముల తోడా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వేవేగమే రానైయున్న రారాజా-</a:t>
            </a:r>
            <a:endParaRPr lang="en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నీకై స్తోత్రము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A91DD97-2F45-459B-B58B-E67033410700}"/>
              </a:ext>
            </a:extLst>
          </p:cNvPr>
          <p:cNvSpPr/>
          <p:nvPr/>
        </p:nvSpPr>
        <p:spPr>
          <a:xfrm>
            <a:off x="3334022" y="3391380"/>
            <a:ext cx="1618978" cy="227781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నేనున్న స్థితిలోనే సంతృప్తిని కలిగించు </a:t>
            </a: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ఏమున్న లేకున్న నీకొరకే బ్రతికించు (2)</a:t>
            </a: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కష్టాలు ఎదురైనా నా యాత్రను సాగించు </a:t>
            </a: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నష్టాలలోనైనా స్తుతిచేయుట నేర్పించు (2)</a:t>
            </a:r>
          </a:p>
          <a:p>
            <a:pPr algn="ctr"/>
            <a:endParaRPr lang="te-IN" sz="863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లోకములో నీ కొరకు</a:t>
            </a:r>
            <a:endParaRPr lang="en-US" sz="863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జ్యోతిగ నను వెలిగించు (2)</a:t>
            </a: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రెండవ రాకడవరకు</a:t>
            </a:r>
            <a:endParaRPr lang="en-US" sz="863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విడువక నను నడిపించు (2)</a:t>
            </a:r>
          </a:p>
          <a:p>
            <a:pPr algn="ctr"/>
            <a:endParaRPr lang="te-IN" sz="863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దినముల పరిమాణం</a:t>
            </a:r>
            <a:endParaRPr lang="en-US" sz="863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లెక్కించుట నేర్పించు (2)</a:t>
            </a: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లోపల స్థిర హృదయం</a:t>
            </a:r>
          </a:p>
          <a:p>
            <a:pPr algn="ctr"/>
            <a:r>
              <a:rPr lang="te-IN" sz="863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నూతనముగ పుట్టించు (2)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055CCC-C265-417F-BC2F-ED69E16338ED}"/>
              </a:ext>
            </a:extLst>
          </p:cNvPr>
          <p:cNvSpPr/>
          <p:nvPr/>
        </p:nvSpPr>
        <p:spPr>
          <a:xfrm>
            <a:off x="4953000" y="1117045"/>
            <a:ext cx="1618978" cy="227781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హల్లెలూయా స్తుతించి పాడి కీర్తింతును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జీవము కంటే ఉత్తమమౌ నీ కృపను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యేసయ్యా........ 4 హల్లెలూయా........ 4</a:t>
            </a:r>
          </a:p>
          <a:p>
            <a:pPr algn="ctr"/>
            <a:endParaRPr lang="te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బంధువులు స్నేహితులు ఎంతో మందుండగా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ఎన్నో మారులు నేను ఒంటరినై యుంటిని -2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ఒంటరి తనంలో మంచి స్నేహితునిగా 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చెంత చేరినావే-చెలిమి పంచినావే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గుండెల నిండా నీవే - నిన్ను పాడని</a:t>
            </a:r>
          </a:p>
          <a:p>
            <a:pPr algn="ctr"/>
            <a:endParaRPr lang="te-IN" sz="839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జీవితంలో ఎండవానలు రాగా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పగలు చీకటిని నేను అనుభవింపగా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పగలు మేఘ స్థంబమై- రాత్రి అగ్ని స్థంబమై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ఆవరించి నావే- ఆదరించి నావే</a:t>
            </a:r>
          </a:p>
          <a:p>
            <a:pPr algn="ctr"/>
            <a:r>
              <a:rPr lang="te-IN" sz="839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కన్నీరు తుడచి నన్ను – ముద్దాడితివే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4B1B4E-F899-4AA1-B554-B078DFCD42B8}"/>
              </a:ext>
            </a:extLst>
          </p:cNvPr>
          <p:cNvSpPr/>
          <p:nvPr/>
        </p:nvSpPr>
        <p:spPr>
          <a:xfrm>
            <a:off x="4953000" y="3393119"/>
            <a:ext cx="1618978" cy="227781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210778">
              <a:defRPr/>
            </a:pP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స్తోత్రబలి స్తోత్రబలి – మంచిదేవా నీకేనయ్యా</a:t>
            </a:r>
            <a:b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శుభవేళ ఆనందమే – నా తండ్రి నీ చిరుపాదమే (2)</a:t>
            </a:r>
          </a:p>
          <a:p>
            <a:pPr algn="ctr" defTabSz="210778">
              <a:defRPr/>
            </a:pPr>
            <a:endParaRPr lang="te-IN" sz="767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210778">
              <a:defRPr/>
            </a:pP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నిన్నటి బాధలంతా నేటికి మాయమయ్యే (2)</a:t>
            </a:r>
            <a:b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నెమ్మది ఉదయించె అది శాశ్వతమైనదయ్యా (2)</a:t>
            </a:r>
            <a:b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కోటి కోటి స్తోత్రం డాడి (3)       </a:t>
            </a:r>
          </a:p>
          <a:p>
            <a:pPr algn="ctr" defTabSz="210778">
              <a:defRPr/>
            </a:pP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   </a:t>
            </a:r>
          </a:p>
          <a:p>
            <a:pPr algn="ctr" defTabSz="210778">
              <a:defRPr/>
            </a:pP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రేయంతా కాచితివి మరు దినమిచ్చితివి (2)</a:t>
            </a:r>
            <a:b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మరువని నా స్నేహమా నీతో కలసి సంతోషింతును (2)</a:t>
            </a:r>
            <a:b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కోటి కోటి స్తోత్రం డాడి (3)     </a:t>
            </a:r>
          </a:p>
          <a:p>
            <a:pPr algn="ctr" defTabSz="210778">
              <a:defRPr/>
            </a:pP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   </a:t>
            </a:r>
          </a:p>
          <a:p>
            <a:pPr algn="ctr" defTabSz="210778">
              <a:defRPr/>
            </a:pP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సేవ మార్గంలో ఉత్సాహం నొసగితివి (2)</a:t>
            </a:r>
            <a:b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ఉరికురికి పనిచేయ నాకు ఆరోగ్యమిచ్చితివి (2)</a:t>
            </a:r>
            <a:b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767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కోటి కోటి స్తోత్రం డాడి (3)   </a:t>
            </a:r>
          </a:p>
        </p:txBody>
      </p:sp>
    </p:spTree>
    <p:extLst>
      <p:ext uri="{BB962C8B-B14F-4D97-AF65-F5344CB8AC3E}">
        <p14:creationId xmlns:p14="http://schemas.microsoft.com/office/powerpoint/2010/main" val="1511661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2114CF1-1236-46D5-9846-2222D8891EB8}"/>
              </a:ext>
            </a:extLst>
          </p:cNvPr>
          <p:cNvSpPr/>
          <p:nvPr/>
        </p:nvSpPr>
        <p:spPr>
          <a:xfrm>
            <a:off x="0" y="0"/>
            <a:ext cx="2476800" cy="685799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సద్గుణ శీలుడా నీవే పూజ్యుడవు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స్తుతి ఆరాధనకు నీవే యోగ్యుడవు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సత్య ప్రమాణముతో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శాశ్వత కృపనిచ్చి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ప్రియుని స్వాస్థ్యము నాకిచ్చితివి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యేసయ్యా నీ సంకల్పమే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ఇది నాపై నీకున్న అనురాగమే</a:t>
            </a:r>
          </a:p>
          <a:p>
            <a:pPr algn="ctr"/>
            <a:endParaRPr lang="te-IN" sz="16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సిలువ సునాదమును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శ్రమదినమున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మధుర గీతికగా మదిలో వినిపించి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సిలువలో దాగిన సర్వసంపదలిచ్చి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కాంతిమయముగా కనపరచితివే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ఆత్మ శక్తితో</a:t>
            </a:r>
          </a:p>
          <a:p>
            <a:pPr algn="ctr"/>
            <a:endParaRPr lang="te-IN" sz="16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నాతోడు నీడవై మరపురాని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మహోప కార్యములు నాకై చేసి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చీకటి దాచిన - వేకువగా మార్చి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బలమైన జనముగా నిర్దారించితివి నీ కీర్తి కొరకే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F71F7B4-8FFE-404C-A782-8BC26C9AA2C9}"/>
              </a:ext>
            </a:extLst>
          </p:cNvPr>
          <p:cNvSpPr/>
          <p:nvPr/>
        </p:nvSpPr>
        <p:spPr>
          <a:xfrm>
            <a:off x="2476200" y="3175"/>
            <a:ext cx="2476800" cy="685482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ఆనందం నీలోనే –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ఆధారం నీవేగా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ఆశ్రయం నీలోనే –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యేసయ్యా – స్తోత్రార్హుడు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అర్హతేలేని నన్ను – ప్రేమించినావు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జీవింతు ఇలలో –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కోసమే – సాక్ష్యార్థమై   </a:t>
            </a: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పదే పదే నిన్నే చేరగా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ప్రతిక్షణం నీవే ధ్యాసగా 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కలవరాల కోటలో –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కన్నీటి బాటలో 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కాపాడే కవచంగా –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నన్ను ఆవరించిన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దివ్యక్షేత్రమా – స్తోత్రగీతమా   </a:t>
            </a: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నిరంతరం నీవే వెలుగని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నిత్యమైన స్వాస్థ్యం నీదని 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సన్నిధి వీడక –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సన్నుతించి పాడనా 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నీకొరకే ధ్వజమెత్తి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నిన్న ప్రకటించనా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సత్యవాక్యమే – జీవవాక్యమే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5E28D2-6FF1-4F74-ABB1-904543A30A6F}"/>
              </a:ext>
            </a:extLst>
          </p:cNvPr>
          <p:cNvSpPr/>
          <p:nvPr/>
        </p:nvSpPr>
        <p:spPr>
          <a:xfrm>
            <a:off x="4953000" y="3174"/>
            <a:ext cx="2476800" cy="685482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స్తుతి పాత్రుడా - స్తోత్రార్హుడా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స్తుతులందుకో - పూజార్హుడా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ఆకాశమందు నీవు తప్ప - నాకెవరున్నారు నా ప్రభు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స్తుతి పాత్రుడా.... ఆఆఅ</a:t>
            </a:r>
          </a:p>
          <a:p>
            <a:pPr algn="ctr"/>
            <a:endParaRPr lang="te-IN" sz="19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శత్రువులు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నను తరుముచుండగా –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యాత్మ నాలో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కృంగెనే ప్రభూ -2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మనస్సు నీ వైపు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త్రిప్పిన వెంటనే –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శత్రుల చేతినుండి విడిపించినావు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కాపాడినావు -2</a:t>
            </a:r>
          </a:p>
          <a:p>
            <a:pPr algn="ctr"/>
            <a:endParaRPr lang="te-IN" sz="19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ప్రాణ స్నేహితులు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నన్ను చూచి దూరాన నిలిచేరు నా ప్రభూ -2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వాక్య ధ్యానమే నా త్రోవకు వెలుగై -నను నిల్పెను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సన్నీధిలో –</a:t>
            </a:r>
          </a:p>
          <a:p>
            <a:pPr algn="ctr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సంఘములో -2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B01980-9038-477C-BE98-7CF572519C28}"/>
              </a:ext>
            </a:extLst>
          </p:cNvPr>
          <p:cNvSpPr/>
          <p:nvPr/>
        </p:nvSpPr>
        <p:spPr>
          <a:xfrm>
            <a:off x="7429200" y="3174"/>
            <a:ext cx="2476800" cy="685482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ఎవరు నా చేయి విడచిన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యేసు చేయి విడువడు (2)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చేయి విడువడు (3)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యేసు చేయి విడువడు</a:t>
            </a:r>
          </a:p>
          <a:p>
            <a:pPr algn="ctr"/>
            <a:endParaRPr lang="te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తల్లి ఆయనే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తండ్రి ఆయనే (2)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లాలించును నన్ను పాలించును (2)</a:t>
            </a:r>
          </a:p>
          <a:p>
            <a:pPr algn="ctr"/>
            <a:endParaRPr lang="te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వేదన శ్రమలూ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ఉన్నప్పుడల్లా (2)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వేడుకొందునే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కాపాడును (2)</a:t>
            </a:r>
          </a:p>
          <a:p>
            <a:pPr algn="ctr"/>
            <a:endParaRPr lang="te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రక్తముతో కడిగి వేసాడే (2)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రక్షణ సంతోషం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నాకు ఇచ్చాడే (2)</a:t>
            </a:r>
          </a:p>
        </p:txBody>
      </p:sp>
    </p:spTree>
    <p:extLst>
      <p:ext uri="{BB962C8B-B14F-4D97-AF65-F5344CB8AC3E}">
        <p14:creationId xmlns:p14="http://schemas.microsoft.com/office/powerpoint/2010/main" val="28624097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5347</TotalTime>
  <Words>525</Words>
  <Application>Microsoft Office PowerPoint</Application>
  <PresentationFormat>A4 Paper (210x297 mm)</PresentationFormat>
  <Paragraphs>131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Venu Yalapala</cp:lastModifiedBy>
  <cp:revision>332</cp:revision>
  <cp:lastPrinted>2023-01-08T02:54:40Z</cp:lastPrinted>
  <dcterms:created xsi:type="dcterms:W3CDTF">2022-02-17T17:00:55Z</dcterms:created>
  <dcterms:modified xsi:type="dcterms:W3CDTF">2024-07-19T05:12:31Z</dcterms:modified>
</cp:coreProperties>
</file>