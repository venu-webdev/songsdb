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3"/>
  </p:notesMasterIdLst>
  <p:handoutMasterIdLst>
    <p:handoutMasterId r:id="rId4"/>
  </p:handoutMasterIdLst>
  <p:sldIdLst>
    <p:sldId id="284" r:id="rId2"/>
  </p:sldIdLst>
  <p:sldSz cx="6858000" cy="9906000" type="A4"/>
  <p:notesSz cx="6858000" cy="9945688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Untitled Section" id="{A9D60E13-7795-4B21-B9EC-5BF21E65AAC1}">
          <p14:sldIdLst>
            <p14:sldId id="284"/>
          </p14:sldIdLst>
        </p14:section>
        <p14:section name="Untitled Section" id="{A6F8D81D-7D40-4647-AE92-8344CF040961}">
          <p14:sldIdLst/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0867" autoAdjust="0"/>
    <p:restoredTop sz="94660"/>
  </p:normalViewPr>
  <p:slideViewPr>
    <p:cSldViewPr snapToGrid="0">
      <p:cViewPr varScale="1">
        <p:scale>
          <a:sx n="80" d="100"/>
          <a:sy n="80" d="100"/>
        </p:scale>
        <p:origin x="3360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notesMaster" Target="notesMasters/notesMaster1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handoutMaster" Target="handoutMasters/handout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AF629B06-402F-25A0-ECC5-AAF53FBA1C66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984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D894C21-B19B-9A8F-7D55-4D5E48ABF05A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984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502DD63-DF8D-4AB8-92A0-0ECCF612C06C}" type="datetimeFigureOut">
              <a:rPr lang="en-IN" smtClean="0"/>
              <a:t>02-03-2024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CE9E8C4-4D87-7AAE-E858-09C9EA7D7C3C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9447213"/>
            <a:ext cx="2971800" cy="4984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7278D13-9132-D6A5-31BB-49A5B842590B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9447213"/>
            <a:ext cx="2971800" cy="4984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00A5AB3-3181-414C-A396-815CB8534F3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19500451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984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984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AE741EC-1360-4793-999B-941E0396C9FA}" type="datetimeFigureOut">
              <a:rPr lang="en-IN" smtClean="0"/>
              <a:t>02-03-2024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66950" y="1243013"/>
            <a:ext cx="2324100" cy="3357562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786313"/>
            <a:ext cx="5486400" cy="3916362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447213"/>
            <a:ext cx="2971800" cy="4984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9447213"/>
            <a:ext cx="2971800" cy="4984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2A7058D-57DC-42D6-BEC9-04F9B3DC93E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443420452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4350" y="1621191"/>
            <a:ext cx="5829300" cy="3448756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57250" y="5202944"/>
            <a:ext cx="5143500" cy="2391656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FBD32F-FCAD-481A-B7D8-4D813FB7DB24}" type="datetimeFigureOut">
              <a:rPr lang="en-IN" smtClean="0"/>
              <a:t>02-03-2024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DD060F-F487-4243-B24F-235642FCD96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21232329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FBD32F-FCAD-481A-B7D8-4D813FB7DB24}" type="datetimeFigureOut">
              <a:rPr lang="en-IN" smtClean="0"/>
              <a:t>02-03-2024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DD060F-F487-4243-B24F-235642FCD96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023663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7916" y="2469624"/>
            <a:ext cx="5915025" cy="4120620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7916" y="6629226"/>
            <a:ext cx="5915025" cy="2166937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/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FBD32F-FCAD-481A-B7D8-4D813FB7DB24}" type="datetimeFigureOut">
              <a:rPr lang="en-IN" smtClean="0"/>
              <a:t>02-03-2024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DD060F-F487-4243-B24F-235642FCD96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15831209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71488" y="2637014"/>
            <a:ext cx="2914650" cy="628526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71863" y="2637014"/>
            <a:ext cx="2914650" cy="628526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FBD32F-FCAD-481A-B7D8-4D813FB7DB24}" type="datetimeFigureOut">
              <a:rPr lang="en-IN" smtClean="0"/>
              <a:t>02-03-2024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DD060F-F487-4243-B24F-235642FCD96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10808849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527405"/>
            <a:ext cx="5915025" cy="191470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2381" y="2428347"/>
            <a:ext cx="2901255" cy="1190095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2381" y="3618442"/>
            <a:ext cx="2901255" cy="532218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71863" y="2428347"/>
            <a:ext cx="2915543" cy="1190095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71863" y="3618442"/>
            <a:ext cx="2915543" cy="532218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FBD32F-FCAD-481A-B7D8-4D813FB7DB24}" type="datetimeFigureOut">
              <a:rPr lang="en-IN" smtClean="0"/>
              <a:t>02-03-2024</a:t>
            </a:fld>
            <a:endParaRPr lang="en-I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DD060F-F487-4243-B24F-235642FCD96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23598966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FBD32F-FCAD-481A-B7D8-4D813FB7DB24}" type="datetimeFigureOut">
              <a:rPr lang="en-IN" smtClean="0"/>
              <a:t>02-03-2024</a:t>
            </a:fld>
            <a:endParaRPr lang="en-IN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DD060F-F487-4243-B24F-235642FCD96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3771645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FBD32F-FCAD-481A-B7D8-4D813FB7DB24}" type="datetimeFigureOut">
              <a:rPr lang="en-IN" smtClean="0"/>
              <a:t>02-03-2024</a:t>
            </a:fld>
            <a:endParaRPr lang="en-I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DD060F-F487-4243-B24F-235642FCD96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96483037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915543" y="1426283"/>
            <a:ext cx="3471863" cy="7039681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971800"/>
            <a:ext cx="2211884" cy="550562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FBD32F-FCAD-481A-B7D8-4D813FB7DB24}" type="datetimeFigureOut">
              <a:rPr lang="en-IN" smtClean="0"/>
              <a:t>02-03-2024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DD060F-F487-4243-B24F-235642FCD96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96524492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915543" y="1426283"/>
            <a:ext cx="3471863" cy="7039681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971800"/>
            <a:ext cx="2211884" cy="550562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FBD32F-FCAD-481A-B7D8-4D813FB7DB24}" type="datetimeFigureOut">
              <a:rPr lang="en-IN" smtClean="0"/>
              <a:t>02-03-2024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DD060F-F487-4243-B24F-235642FCD96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00074294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FBD32F-FCAD-481A-B7D8-4D813FB7DB24}" type="datetimeFigureOut">
              <a:rPr lang="en-IN" smtClean="0"/>
              <a:t>02-03-2024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DD060F-F487-4243-B24F-235642FCD96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89425984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907757" y="527403"/>
            <a:ext cx="1478756" cy="8394877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71488" y="527403"/>
            <a:ext cx="4350544" cy="8394877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FBD32F-FCAD-481A-B7D8-4D813FB7DB24}" type="datetimeFigureOut">
              <a:rPr lang="en-IN" smtClean="0"/>
              <a:t>02-03-2024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DD060F-F487-4243-B24F-235642FCD96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65879820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71488" y="527405"/>
            <a:ext cx="5915025" cy="191470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1488" y="2637014"/>
            <a:ext cx="5915025" cy="628526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71488" y="9181397"/>
            <a:ext cx="154305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6FBD32F-FCAD-481A-B7D8-4D813FB7DB24}" type="datetimeFigureOut">
              <a:rPr lang="en-IN" smtClean="0"/>
              <a:t>02-03-2024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271713" y="9181397"/>
            <a:ext cx="2314575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43463" y="9181397"/>
            <a:ext cx="154305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0DD060F-F487-4243-B24F-235642FCD96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75011185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954B1B4E-F899-4AA1-B554-B078DFCD42B8}"/>
              </a:ext>
            </a:extLst>
          </p:cNvPr>
          <p:cNvSpPr/>
          <p:nvPr/>
        </p:nvSpPr>
        <p:spPr>
          <a:xfrm>
            <a:off x="3428999" y="124326"/>
            <a:ext cx="3326737" cy="4752474"/>
          </a:xfrm>
          <a:prstGeom prst="rect">
            <a:avLst/>
          </a:prstGeom>
          <a:solidFill>
            <a:schemeClr val="bg1"/>
          </a:solidFill>
          <a:ln w="2857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39781" rtl="0" eaLnBrk="1" fontAlgn="auto" latinLnBrk="0" hangingPunct="1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te-IN" sz="1700" i="0" u="none" strike="noStrike" kern="1200" cap="none" spc="0" normalizeH="0" baseline="0" noProof="0" dirty="0">
                <a:solidFill>
                  <a:schemeClr val="tx1"/>
                </a:solidFill>
                <a:effectLst/>
                <a:uLnTx/>
                <a:uFillTx/>
                <a:latin typeface="Ramabhadra" panose="02000600000000000000" pitchFamily="2" charset="0"/>
                <a:cs typeface="Ramabhadra" panose="02000600000000000000" pitchFamily="2" charset="0"/>
              </a:rPr>
              <a:t>ప్రాణేశ్వర – ప్రభు దైవకుమార</a:t>
            </a:r>
          </a:p>
          <a:p>
            <a:pPr marL="0" marR="0" lvl="0" indent="0" algn="ctr" defTabSz="439781" rtl="0" eaLnBrk="1" fontAlgn="auto" latinLnBrk="0" hangingPunct="1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te-IN" sz="1700" i="0" u="none" strike="noStrike" kern="1200" cap="none" spc="0" normalizeH="0" baseline="0" noProof="0" dirty="0">
                <a:solidFill>
                  <a:schemeClr val="tx1"/>
                </a:solidFill>
                <a:effectLst/>
                <a:uLnTx/>
                <a:uFillTx/>
                <a:latin typeface="Ramabhadra" panose="02000600000000000000" pitchFamily="2" charset="0"/>
                <a:cs typeface="Ramabhadra" panose="02000600000000000000" pitchFamily="2" charset="0"/>
              </a:rPr>
              <a:t>ప్రణుతింతును నిన్నే- ఆశతీర</a:t>
            </a:r>
          </a:p>
          <a:p>
            <a:pPr marL="0" marR="0" lvl="0" indent="0" algn="ctr" defTabSz="439781" rtl="0" eaLnBrk="1" fontAlgn="auto" latinLnBrk="0" hangingPunct="1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te-IN" sz="1700" i="0" u="none" strike="noStrike" kern="1200" cap="none" spc="0" normalizeH="0" baseline="0" noProof="0" dirty="0">
                <a:solidFill>
                  <a:schemeClr val="tx1"/>
                </a:solidFill>
                <a:effectLst/>
                <a:uLnTx/>
                <a:uFillTx/>
                <a:latin typeface="Ramabhadra" panose="02000600000000000000" pitchFamily="2" charset="0"/>
                <a:cs typeface="Ramabhadra" panose="02000600000000000000" pitchFamily="2" charset="0"/>
              </a:rPr>
              <a:t>ప్రాణేశ్వర – ప్రభు దైవకుమార</a:t>
            </a:r>
          </a:p>
          <a:p>
            <a:pPr marL="0" marR="0" lvl="0" indent="0" algn="ctr" defTabSz="439781" rtl="0" eaLnBrk="1" fontAlgn="auto" latinLnBrk="0" hangingPunct="1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te-IN" sz="1700" i="0" u="none" strike="noStrike" kern="1200" cap="none" spc="0" normalizeH="0" baseline="0" noProof="0" dirty="0">
                <a:solidFill>
                  <a:schemeClr val="tx1"/>
                </a:solidFill>
                <a:effectLst/>
                <a:uLnTx/>
                <a:uFillTx/>
                <a:latin typeface="Ramabhadra" panose="02000600000000000000" pitchFamily="2" charset="0"/>
                <a:cs typeface="Ramabhadra" panose="02000600000000000000" pitchFamily="2" charset="0"/>
              </a:rPr>
              <a:t>నా ఆత్మతో పాటలు పాడ –</a:t>
            </a:r>
          </a:p>
          <a:p>
            <a:pPr marL="0" marR="0" lvl="0" indent="0" algn="ctr" defTabSz="439781" rtl="0" eaLnBrk="1" fontAlgn="auto" latinLnBrk="0" hangingPunct="1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te-IN" sz="1700" i="0" u="none" strike="noStrike" kern="1200" cap="none" spc="0" normalizeH="0" baseline="0" noProof="0" dirty="0">
                <a:solidFill>
                  <a:schemeClr val="tx1"/>
                </a:solidFill>
                <a:effectLst/>
                <a:uLnTx/>
                <a:uFillTx/>
                <a:latin typeface="Ramabhadra" panose="02000600000000000000" pitchFamily="2" charset="0"/>
                <a:cs typeface="Ramabhadra" panose="02000600000000000000" pitchFamily="2" charset="0"/>
              </a:rPr>
              <a:t>నీ కృపలే నాకు హేతువులాయె -2</a:t>
            </a:r>
          </a:p>
          <a:p>
            <a:pPr marL="0" marR="0" lvl="0" indent="0" algn="ctr" defTabSz="439781" rtl="0" eaLnBrk="1" fontAlgn="auto" latinLnBrk="0" hangingPunct="1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te-IN" sz="1700" i="0" u="none" strike="noStrike" kern="1200" cap="none" spc="0" normalizeH="0" baseline="0" noProof="0" dirty="0">
                <a:solidFill>
                  <a:schemeClr val="tx1"/>
                </a:solidFill>
                <a:effectLst/>
                <a:uLnTx/>
                <a:uFillTx/>
                <a:latin typeface="Ramabhadra" panose="02000600000000000000" pitchFamily="2" charset="0"/>
                <a:cs typeface="Ramabhadra" panose="02000600000000000000" pitchFamily="2" charset="0"/>
              </a:rPr>
              <a:t>నిత్య నిబంధన నీతో చేసి –</a:t>
            </a:r>
          </a:p>
          <a:p>
            <a:pPr marL="0" marR="0" lvl="0" indent="0" algn="ctr" defTabSz="439781" rtl="0" eaLnBrk="1" fontAlgn="auto" latinLnBrk="0" hangingPunct="1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te-IN" sz="1700" i="0" u="none" strike="noStrike" kern="1200" cap="none" spc="0" normalizeH="0" baseline="0" noProof="0" dirty="0">
                <a:solidFill>
                  <a:schemeClr val="tx1"/>
                </a:solidFill>
                <a:effectLst/>
                <a:uLnTx/>
                <a:uFillTx/>
                <a:latin typeface="Ramabhadra" panose="02000600000000000000" pitchFamily="2" charset="0"/>
                <a:cs typeface="Ramabhadra" panose="02000600000000000000" pitchFamily="2" charset="0"/>
              </a:rPr>
              <a:t>నీ పాద సన్నిధి చేరియున్నానే -2      </a:t>
            </a:r>
          </a:p>
          <a:p>
            <a:pPr marL="0" marR="0" lvl="0" indent="0" algn="ctr" defTabSz="439781" rtl="0" eaLnBrk="1" fontAlgn="auto" latinLnBrk="0" hangingPunct="1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te-IN" sz="1700" i="0" u="none" strike="noStrike" kern="1200" cap="none" spc="0" normalizeH="0" baseline="0" noProof="0" dirty="0">
              <a:solidFill>
                <a:schemeClr val="tx1"/>
              </a:solidFill>
              <a:effectLst/>
              <a:uLnTx/>
              <a:uFillTx/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marL="0" marR="0" lvl="0" indent="0" algn="ctr" defTabSz="439781" rtl="0" eaLnBrk="1" fontAlgn="auto" latinLnBrk="0" hangingPunct="1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te-IN" sz="1700" i="0" u="none" strike="noStrike" kern="1200" cap="none" spc="0" normalizeH="0" baseline="0" noProof="0" dirty="0">
                <a:solidFill>
                  <a:schemeClr val="tx1"/>
                </a:solidFill>
                <a:effectLst/>
                <a:uLnTx/>
                <a:uFillTx/>
                <a:latin typeface="Ramabhadra" panose="02000600000000000000" pitchFamily="2" charset="0"/>
                <a:cs typeface="Ramabhadra" panose="02000600000000000000" pitchFamily="2" charset="0"/>
              </a:rPr>
              <a:t>నా ఊటలన్నియు నీ యందేనని –</a:t>
            </a:r>
          </a:p>
          <a:p>
            <a:pPr marL="0" marR="0" lvl="0" indent="0" algn="ctr" defTabSz="439781" rtl="0" eaLnBrk="1" fontAlgn="auto" latinLnBrk="0" hangingPunct="1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te-IN" sz="1700" i="0" u="none" strike="noStrike" kern="1200" cap="none" spc="0" normalizeH="0" baseline="0" noProof="0" dirty="0">
                <a:solidFill>
                  <a:schemeClr val="tx1"/>
                </a:solidFill>
                <a:effectLst/>
                <a:uLnTx/>
                <a:uFillTx/>
                <a:latin typeface="Ramabhadra" panose="02000600000000000000" pitchFamily="2" charset="0"/>
                <a:cs typeface="Ramabhadra" panose="02000600000000000000" pitchFamily="2" charset="0"/>
              </a:rPr>
              <a:t>వాద్యము వాయించి పాడెదను -2</a:t>
            </a:r>
          </a:p>
          <a:p>
            <a:pPr marL="0" marR="0" lvl="0" indent="0" algn="ctr" defTabSz="439781" rtl="0" eaLnBrk="1" fontAlgn="auto" latinLnBrk="0" hangingPunct="1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te-IN" sz="1700" i="0" u="none" strike="noStrike" kern="1200" cap="none" spc="0" normalizeH="0" baseline="0" noProof="0" dirty="0">
                <a:solidFill>
                  <a:schemeClr val="tx1"/>
                </a:solidFill>
                <a:effectLst/>
                <a:uLnTx/>
                <a:uFillTx/>
                <a:latin typeface="Ramabhadra" panose="02000600000000000000" pitchFamily="2" charset="0"/>
                <a:cs typeface="Ramabhadra" panose="02000600000000000000" pitchFamily="2" charset="0"/>
              </a:rPr>
              <a:t>జీవిత కాలమంతా నిన్నే స్తుతించి –</a:t>
            </a:r>
          </a:p>
          <a:p>
            <a:pPr marL="0" marR="0" lvl="0" indent="0" algn="ctr" defTabSz="439781" rtl="0" eaLnBrk="1" fontAlgn="auto" latinLnBrk="0" hangingPunct="1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te-IN" sz="1700" i="0" u="none" strike="noStrike" kern="1200" cap="none" spc="0" normalizeH="0" baseline="0" noProof="0" dirty="0">
                <a:solidFill>
                  <a:schemeClr val="tx1"/>
                </a:solidFill>
                <a:effectLst/>
                <a:uLnTx/>
                <a:uFillTx/>
                <a:latin typeface="Ramabhadra" panose="02000600000000000000" pitchFamily="2" charset="0"/>
                <a:cs typeface="Ramabhadra" panose="02000600000000000000" pitchFamily="2" charset="0"/>
              </a:rPr>
              <a:t>సాగెద నూతన యెరూషలేము  -2</a:t>
            </a:r>
          </a:p>
          <a:p>
            <a:pPr marL="0" marR="0" lvl="0" indent="0" algn="ctr" defTabSz="439781" rtl="0" eaLnBrk="1" fontAlgn="auto" latinLnBrk="0" hangingPunct="1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te-IN" sz="1700" i="0" u="none" strike="noStrike" kern="1200" cap="none" spc="0" normalizeH="0" baseline="0" noProof="0" dirty="0">
              <a:solidFill>
                <a:schemeClr val="tx1"/>
              </a:solidFill>
              <a:effectLst/>
              <a:uLnTx/>
              <a:uFillTx/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marL="0" marR="0" lvl="0" indent="0" algn="ctr" defTabSz="439781" rtl="0" eaLnBrk="1" fontAlgn="auto" latinLnBrk="0" hangingPunct="1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te-IN" sz="1700" i="0" u="none" strike="noStrike" kern="1200" cap="none" spc="0" normalizeH="0" baseline="0" noProof="0" dirty="0">
                <a:solidFill>
                  <a:schemeClr val="tx1"/>
                </a:solidFill>
                <a:effectLst/>
                <a:uLnTx/>
                <a:uFillTx/>
                <a:latin typeface="Ramabhadra" panose="02000600000000000000" pitchFamily="2" charset="0"/>
                <a:cs typeface="Ramabhadra" panose="02000600000000000000" pitchFamily="2" charset="0"/>
              </a:rPr>
              <a:t>కమనీయమైన నీ దర్శనము –</a:t>
            </a:r>
          </a:p>
          <a:p>
            <a:pPr marL="0" marR="0" lvl="0" indent="0" algn="ctr" defTabSz="439781" rtl="0" eaLnBrk="1" fontAlgn="auto" latinLnBrk="0" hangingPunct="1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te-IN" sz="1700" i="0" u="none" strike="noStrike" kern="1200" cap="none" spc="0" normalizeH="0" baseline="0" noProof="0" dirty="0">
                <a:solidFill>
                  <a:schemeClr val="tx1"/>
                </a:solidFill>
                <a:effectLst/>
                <a:uLnTx/>
                <a:uFillTx/>
                <a:latin typeface="Ramabhadra" panose="02000600000000000000" pitchFamily="2" charset="0"/>
                <a:cs typeface="Ramabhadra" panose="02000600000000000000" pitchFamily="2" charset="0"/>
              </a:rPr>
              <a:t>కలనైనను మెలకువనైన  -2</a:t>
            </a:r>
          </a:p>
          <a:p>
            <a:pPr marL="0" marR="0" lvl="0" indent="0" algn="ctr" defTabSz="439781" rtl="0" eaLnBrk="1" fontAlgn="auto" latinLnBrk="0" hangingPunct="1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te-IN" sz="1700" i="0" u="none" strike="noStrike" kern="1200" cap="none" spc="0" normalizeH="0" baseline="0" noProof="0" dirty="0">
                <a:solidFill>
                  <a:schemeClr val="tx1"/>
                </a:solidFill>
                <a:effectLst/>
                <a:uLnTx/>
                <a:uFillTx/>
                <a:latin typeface="Ramabhadra" panose="02000600000000000000" pitchFamily="2" charset="0"/>
                <a:cs typeface="Ramabhadra" panose="02000600000000000000" pitchFamily="2" charset="0"/>
              </a:rPr>
              <a:t>కనబడినా నా ఆశలు తీరవే –</a:t>
            </a:r>
          </a:p>
          <a:p>
            <a:pPr marL="0" marR="0" lvl="0" indent="0" algn="ctr" defTabSz="439781" rtl="0" eaLnBrk="1" fontAlgn="auto" latinLnBrk="0" hangingPunct="1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te-IN" sz="1700" i="0" u="none" strike="noStrike" kern="1200" cap="none" spc="0" normalizeH="0" baseline="0" noProof="0" dirty="0">
                <a:solidFill>
                  <a:schemeClr val="tx1"/>
                </a:solidFill>
                <a:effectLst/>
                <a:uLnTx/>
                <a:uFillTx/>
                <a:latin typeface="Ramabhadra" panose="02000600000000000000" pitchFamily="2" charset="0"/>
                <a:cs typeface="Ramabhadra" panose="02000600000000000000" pitchFamily="2" charset="0"/>
              </a:rPr>
              <a:t>కనిపెట్టుచుంటిని కడబూరధ్వనికి -2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6B2765AB-2009-4D78-90CF-9192BE5415CE}"/>
              </a:ext>
            </a:extLst>
          </p:cNvPr>
          <p:cNvSpPr/>
          <p:nvPr/>
        </p:nvSpPr>
        <p:spPr>
          <a:xfrm>
            <a:off x="3428999" y="4876800"/>
            <a:ext cx="3326738" cy="4752474"/>
          </a:xfrm>
          <a:prstGeom prst="rect">
            <a:avLst/>
          </a:prstGeom>
          <a:solidFill>
            <a:schemeClr val="bg1"/>
          </a:solidFill>
          <a:ln w="2857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indent="0" algn="ctr" rtl="0" eaLnBrk="1" fontAlgn="auto" latinLnBrk="0" hangingPunct="1">
              <a:spcBef>
                <a:spcPts val="0"/>
              </a:spcBef>
              <a:spcAft>
                <a:spcPts val="0"/>
              </a:spcAft>
            </a:pPr>
            <a:r>
              <a:rPr lang="te-IN" sz="1600" b="0" i="0" dirty="0">
                <a:solidFill>
                  <a:schemeClr val="tx1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స్తుతి పాత్రుడా – స్తోత్రార్హుడా</a:t>
            </a:r>
          </a:p>
          <a:p>
            <a:pPr marL="0" marR="0" indent="0" algn="ctr" rtl="0" eaLnBrk="1" fontAlgn="auto" latinLnBrk="0" hangingPunct="1">
              <a:spcBef>
                <a:spcPts val="0"/>
              </a:spcBef>
              <a:spcAft>
                <a:spcPts val="0"/>
              </a:spcAft>
            </a:pPr>
            <a:r>
              <a:rPr lang="te-IN" sz="1600" b="0" i="0" dirty="0">
                <a:solidFill>
                  <a:schemeClr val="tx1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స్తుతులందుకో - పూజార్హుడా</a:t>
            </a:r>
          </a:p>
          <a:p>
            <a:pPr marL="0" marR="0" indent="0" algn="ctr" rtl="0" eaLnBrk="1" fontAlgn="auto" latinLnBrk="0" hangingPunct="1">
              <a:spcBef>
                <a:spcPts val="0"/>
              </a:spcBef>
              <a:spcAft>
                <a:spcPts val="0"/>
              </a:spcAft>
            </a:pPr>
            <a:r>
              <a:rPr lang="te-IN" sz="1600" b="0" i="0" dirty="0">
                <a:solidFill>
                  <a:schemeClr val="tx1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ఆకాశమందు నీవు తప్ప –</a:t>
            </a:r>
          </a:p>
          <a:p>
            <a:pPr marL="0" marR="0" indent="0" algn="ctr" rtl="0" eaLnBrk="1" fontAlgn="auto" latinLnBrk="0" hangingPunct="1">
              <a:spcBef>
                <a:spcPts val="0"/>
              </a:spcBef>
              <a:spcAft>
                <a:spcPts val="0"/>
              </a:spcAft>
            </a:pPr>
            <a:r>
              <a:rPr lang="te-IN" sz="1600" b="0" i="0" dirty="0">
                <a:solidFill>
                  <a:schemeClr val="tx1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నాకెవరున్నారు నా ప్రభు</a:t>
            </a:r>
          </a:p>
          <a:p>
            <a:pPr marL="0" marR="0" indent="0" algn="ctr" rtl="0" eaLnBrk="1" fontAlgn="auto" latinLnBrk="0" hangingPunct="1">
              <a:spcBef>
                <a:spcPts val="0"/>
              </a:spcBef>
              <a:spcAft>
                <a:spcPts val="0"/>
              </a:spcAft>
            </a:pPr>
            <a:r>
              <a:rPr lang="te-IN" sz="1600" b="0" i="0" dirty="0">
                <a:solidFill>
                  <a:schemeClr val="tx1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స్తుతి పాత్రుడా.... ఆఆఅ</a:t>
            </a:r>
          </a:p>
          <a:p>
            <a:pPr marL="0" marR="0" indent="0" algn="ctr" rtl="0" eaLnBrk="1" fontAlgn="auto" latinLnBrk="0" hangingPunct="1">
              <a:spcBef>
                <a:spcPts val="0"/>
              </a:spcBef>
              <a:spcAft>
                <a:spcPts val="0"/>
              </a:spcAft>
            </a:pPr>
            <a:endParaRPr lang="te-IN" sz="1600" b="0" i="0" dirty="0">
              <a:solidFill>
                <a:schemeClr val="tx1"/>
              </a:solidFill>
              <a:effectLst/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marL="0" marR="0" indent="0" algn="ctr" rtl="0" eaLnBrk="1" fontAlgn="auto" latinLnBrk="0" hangingPunct="1">
              <a:spcBef>
                <a:spcPts val="0"/>
              </a:spcBef>
              <a:spcAft>
                <a:spcPts val="0"/>
              </a:spcAft>
            </a:pPr>
            <a:r>
              <a:rPr lang="te-IN" sz="1600" b="0" i="0" dirty="0">
                <a:solidFill>
                  <a:schemeClr val="tx1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నా శత్రువులు నను తరుముచుండగా - నా యాత్మ నాలో కృంగెనే ప్రభూ -2</a:t>
            </a:r>
          </a:p>
          <a:p>
            <a:pPr marL="0" marR="0" indent="0" algn="ctr" rtl="0" eaLnBrk="1" fontAlgn="auto" latinLnBrk="0" hangingPunct="1">
              <a:spcBef>
                <a:spcPts val="0"/>
              </a:spcBef>
              <a:spcAft>
                <a:spcPts val="0"/>
              </a:spcAft>
            </a:pPr>
            <a:r>
              <a:rPr lang="te-IN" sz="1600" b="0" i="0" dirty="0">
                <a:solidFill>
                  <a:schemeClr val="tx1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నా మనస్సు నీ వైపు త్రిప్పిన వెంటనే –</a:t>
            </a:r>
          </a:p>
          <a:p>
            <a:pPr marL="0" marR="0" indent="0" algn="ctr" rtl="0" eaLnBrk="1" fontAlgn="auto" latinLnBrk="0" hangingPunct="1">
              <a:spcBef>
                <a:spcPts val="0"/>
              </a:spcBef>
              <a:spcAft>
                <a:spcPts val="0"/>
              </a:spcAft>
            </a:pPr>
            <a:r>
              <a:rPr lang="te-IN" sz="1600" b="0" i="0" dirty="0">
                <a:solidFill>
                  <a:schemeClr val="tx1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శత్రుల చేతినుండి</a:t>
            </a:r>
          </a:p>
          <a:p>
            <a:pPr marL="0" marR="0" indent="0" algn="ctr" rtl="0" eaLnBrk="1" fontAlgn="auto" latinLnBrk="0" hangingPunct="1">
              <a:spcBef>
                <a:spcPts val="0"/>
              </a:spcBef>
              <a:spcAft>
                <a:spcPts val="0"/>
              </a:spcAft>
            </a:pPr>
            <a:r>
              <a:rPr lang="te-IN" sz="1600" b="0" i="0" dirty="0">
                <a:solidFill>
                  <a:schemeClr val="tx1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విడిపించినావు - కాపాడినావు -2</a:t>
            </a:r>
          </a:p>
          <a:p>
            <a:pPr marL="0" marR="0" indent="0" algn="ctr" rtl="0" eaLnBrk="1" fontAlgn="auto" latinLnBrk="0" hangingPunct="1">
              <a:spcBef>
                <a:spcPts val="0"/>
              </a:spcBef>
              <a:spcAft>
                <a:spcPts val="0"/>
              </a:spcAft>
            </a:pPr>
            <a:endParaRPr lang="te-IN" sz="1600" b="0" i="0" dirty="0">
              <a:solidFill>
                <a:schemeClr val="tx1"/>
              </a:solidFill>
              <a:effectLst/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marL="0" marR="0" indent="0" algn="ctr" rtl="0" eaLnBrk="1" fontAlgn="auto" latinLnBrk="0" hangingPunct="1">
              <a:spcBef>
                <a:spcPts val="0"/>
              </a:spcBef>
              <a:spcAft>
                <a:spcPts val="0"/>
              </a:spcAft>
            </a:pPr>
            <a:r>
              <a:rPr lang="te-IN" sz="1600" b="0" i="0" dirty="0">
                <a:solidFill>
                  <a:schemeClr val="tx1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నా ప్రాణ స్నేహితులు నన్ను చూచి దూరాన నిలిచేరు నా ప్రభూ -2</a:t>
            </a:r>
          </a:p>
          <a:p>
            <a:pPr marL="0" marR="0" indent="0" algn="ctr" rtl="0" eaLnBrk="1" fontAlgn="auto" latinLnBrk="0" hangingPunct="1">
              <a:spcBef>
                <a:spcPts val="0"/>
              </a:spcBef>
              <a:spcAft>
                <a:spcPts val="0"/>
              </a:spcAft>
            </a:pPr>
            <a:r>
              <a:rPr lang="te-IN" sz="1600" b="0" i="0" dirty="0">
                <a:solidFill>
                  <a:schemeClr val="tx1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నీ వాక్య ధ్యానమే నా త్రోవకు వెలుగై –</a:t>
            </a:r>
          </a:p>
          <a:p>
            <a:pPr marL="0" marR="0" indent="0" algn="ctr" rtl="0" eaLnBrk="1" fontAlgn="auto" latinLnBrk="0" hangingPunct="1">
              <a:spcBef>
                <a:spcPts val="0"/>
              </a:spcBef>
              <a:spcAft>
                <a:spcPts val="0"/>
              </a:spcAft>
            </a:pPr>
            <a:r>
              <a:rPr lang="te-IN" sz="1600" b="0" i="0" dirty="0">
                <a:solidFill>
                  <a:schemeClr val="tx1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నను నిల్పెను</a:t>
            </a:r>
          </a:p>
          <a:p>
            <a:pPr marL="0" marR="0" indent="0" algn="ctr" rtl="0" eaLnBrk="1" fontAlgn="auto" latinLnBrk="0" hangingPunct="1">
              <a:spcBef>
                <a:spcPts val="0"/>
              </a:spcBef>
              <a:spcAft>
                <a:spcPts val="0"/>
              </a:spcAft>
            </a:pPr>
            <a:r>
              <a:rPr lang="te-IN" sz="1600" b="0" i="0" dirty="0">
                <a:solidFill>
                  <a:schemeClr val="tx1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నీ సన్నీధిలో - నీ సంఘములో -2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4D5AA086-62D7-4ABA-9178-F1303C2758F1}"/>
              </a:ext>
            </a:extLst>
          </p:cNvPr>
          <p:cNvSpPr/>
          <p:nvPr/>
        </p:nvSpPr>
        <p:spPr>
          <a:xfrm>
            <a:off x="51132" y="124326"/>
            <a:ext cx="3377868" cy="4752474"/>
          </a:xfrm>
          <a:prstGeom prst="rect">
            <a:avLst/>
          </a:prstGeom>
          <a:solidFill>
            <a:schemeClr val="bg1"/>
          </a:solidFill>
          <a:ln w="2857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te-IN" sz="1600" b="0" i="0" dirty="0">
                <a:solidFill>
                  <a:srgbClr val="000000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నేనెల్లప్పుడు యెహోవను సన్నుతించెదన్</a:t>
            </a:r>
          </a:p>
          <a:p>
            <a:pPr algn="ctr"/>
            <a:r>
              <a:rPr lang="te-IN" sz="1600" b="0" i="0" dirty="0">
                <a:solidFill>
                  <a:srgbClr val="000000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నిత్యము ఆయన కీర్తి నా నోట నుండున్ (2)</a:t>
            </a:r>
          </a:p>
          <a:p>
            <a:pPr algn="ctr"/>
            <a:endParaRPr lang="te-IN" sz="1600" b="0" i="0" dirty="0">
              <a:solidFill>
                <a:srgbClr val="000000"/>
              </a:solidFill>
              <a:effectLst/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algn="ctr"/>
            <a:r>
              <a:rPr lang="te-IN" sz="1600" b="0" i="0" dirty="0">
                <a:solidFill>
                  <a:srgbClr val="000000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అంతా నా మేలుకే – ఆరాధన యేసుకే</a:t>
            </a:r>
          </a:p>
          <a:p>
            <a:pPr algn="ctr"/>
            <a:r>
              <a:rPr lang="te-IN" sz="1600" b="0" i="0" dirty="0">
                <a:solidFill>
                  <a:srgbClr val="000000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అంతా నా మంచికే –</a:t>
            </a:r>
          </a:p>
          <a:p>
            <a:pPr algn="ctr"/>
            <a:r>
              <a:rPr lang="te-IN" sz="1600" b="0" i="0" dirty="0">
                <a:solidFill>
                  <a:srgbClr val="000000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తన చిత్తమునకు తల వంచితే</a:t>
            </a:r>
          </a:p>
          <a:p>
            <a:pPr algn="ctr"/>
            <a:r>
              <a:rPr lang="te-IN" sz="1600" b="0" i="0" dirty="0">
                <a:solidFill>
                  <a:srgbClr val="000000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తన చిత్తమునకు తల వంచితే</a:t>
            </a:r>
          </a:p>
          <a:p>
            <a:pPr algn="ctr"/>
            <a:r>
              <a:rPr lang="te-IN" sz="1600" b="0" i="0" dirty="0">
                <a:solidFill>
                  <a:srgbClr val="000000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ఆరాధన ఆపను – స్తుతియించుట మానను (2)</a:t>
            </a:r>
          </a:p>
          <a:p>
            <a:pPr algn="ctr"/>
            <a:r>
              <a:rPr lang="te-IN" sz="1600" b="0" i="0" dirty="0">
                <a:solidFill>
                  <a:srgbClr val="000000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స్తుతియించుట మానను</a:t>
            </a:r>
          </a:p>
          <a:p>
            <a:pPr algn="ctr"/>
            <a:endParaRPr lang="te-IN" sz="1600" b="0" i="0" dirty="0">
              <a:solidFill>
                <a:srgbClr val="000000"/>
              </a:solidFill>
              <a:effectLst/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algn="ctr"/>
            <a:r>
              <a:rPr lang="te-IN" sz="1600" b="0" i="0" dirty="0">
                <a:solidFill>
                  <a:srgbClr val="000000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కన్నీళ్లే పానములైనా – కఠిన దుఃఖ బాధలైనా</a:t>
            </a:r>
          </a:p>
          <a:p>
            <a:pPr algn="ctr"/>
            <a:r>
              <a:rPr lang="te-IN" sz="1600" b="0" i="0" dirty="0">
                <a:solidFill>
                  <a:srgbClr val="000000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స్థితి గతులే మారినా – అవకాశం చేజారినా (2)</a:t>
            </a:r>
          </a:p>
          <a:p>
            <a:pPr algn="ctr"/>
            <a:r>
              <a:rPr lang="te-IN" sz="1600" b="0" i="0" dirty="0">
                <a:solidFill>
                  <a:srgbClr val="000000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మారదు యేసు ప్రేమ – నిత్యుడైన తండ్రి ప్రేమ (2)</a:t>
            </a:r>
          </a:p>
          <a:p>
            <a:pPr algn="ctr"/>
            <a:r>
              <a:rPr lang="te-IN" sz="1600" b="0" i="0" dirty="0">
                <a:solidFill>
                  <a:srgbClr val="000000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మారదు యేసు ప్రేమ – నిత్యుడైన తండ్రి ప్రేమ (2)</a:t>
            </a:r>
          </a:p>
          <a:p>
            <a:pPr algn="ctr"/>
            <a:endParaRPr lang="te-IN" sz="1600" b="0" i="0" dirty="0">
              <a:solidFill>
                <a:srgbClr val="000000"/>
              </a:solidFill>
              <a:effectLst/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algn="ctr"/>
            <a:r>
              <a:rPr lang="te-IN" sz="1600" b="0" i="0" dirty="0">
                <a:solidFill>
                  <a:srgbClr val="000000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ఆస్తులన్ని కోల్పోయినా – కన్నవారే కనుమరుగైనా</a:t>
            </a:r>
          </a:p>
          <a:p>
            <a:pPr algn="ctr"/>
            <a:r>
              <a:rPr lang="te-IN" sz="1600" b="0" i="0" dirty="0">
                <a:solidFill>
                  <a:srgbClr val="000000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ఊపిరి భరువైనా – గుండెలే పగిలినా (2)</a:t>
            </a:r>
          </a:p>
          <a:p>
            <a:pPr algn="ctr"/>
            <a:r>
              <a:rPr lang="te-IN" sz="1600" b="0" i="0" dirty="0">
                <a:solidFill>
                  <a:srgbClr val="000000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యెహోవా ఇచ్చెను – యెహోవా తీసుకొనెను (2)</a:t>
            </a:r>
          </a:p>
          <a:p>
            <a:pPr algn="ctr"/>
            <a:r>
              <a:rPr lang="te-IN" sz="1600" b="0" i="0" dirty="0">
                <a:solidFill>
                  <a:srgbClr val="000000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ఆయన నామమునకే – స్తుతి కలుగు గాక (2)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1E968DF1-7B8E-4A1C-81AF-6FA2F0D1F092}"/>
              </a:ext>
            </a:extLst>
          </p:cNvPr>
          <p:cNvSpPr/>
          <p:nvPr/>
        </p:nvSpPr>
        <p:spPr>
          <a:xfrm>
            <a:off x="51132" y="4876800"/>
            <a:ext cx="3377868" cy="4752474"/>
          </a:xfrm>
          <a:prstGeom prst="rect">
            <a:avLst/>
          </a:prstGeom>
          <a:solidFill>
            <a:schemeClr val="bg1"/>
          </a:solidFill>
          <a:ln w="2857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39781"/>
            <a:r>
              <a:rPr lang="te-IN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ఆనంద సంద్రమ్మున – నా జీవిత నావను </a:t>
            </a:r>
          </a:p>
          <a:p>
            <a:pPr algn="ctr" defTabSz="439781"/>
            <a:r>
              <a:rPr lang="te-IN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నడిపేది ఆ యేసుడే – దరిచేర్చు ఆ దేవుడే</a:t>
            </a:r>
          </a:p>
          <a:p>
            <a:pPr algn="ctr" defTabSz="439781"/>
            <a:endParaRPr lang="te-IN" dirty="0">
              <a:solidFill>
                <a:schemeClr val="tx1"/>
              </a:solidFill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algn="ctr" defTabSz="439781"/>
            <a:r>
              <a:rPr lang="te-IN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పెనుగాలులే వీచినా – తుఫానులే తరిమినా</a:t>
            </a:r>
          </a:p>
          <a:p>
            <a:pPr algn="ctr" defTabSz="439781"/>
            <a:r>
              <a:rPr lang="te-IN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గద్దించి కాపాడు – ప్రభువండ నీకుండ</a:t>
            </a:r>
          </a:p>
          <a:p>
            <a:pPr algn="ctr" defTabSz="439781"/>
            <a:r>
              <a:rPr lang="te-IN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దిగులేల ఓ సోదరా! – నిశ్చింతగా సాగుమా</a:t>
            </a:r>
          </a:p>
          <a:p>
            <a:pPr algn="ctr" defTabSz="439781"/>
            <a:endParaRPr lang="te-IN" dirty="0">
              <a:solidFill>
                <a:schemeClr val="tx1"/>
              </a:solidFill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algn="ctr" defTabSz="439781"/>
            <a:r>
              <a:rPr lang="te-IN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ఆపత్కాలములందునా –</a:t>
            </a:r>
          </a:p>
          <a:p>
            <a:pPr algn="ctr" defTabSz="439781"/>
            <a:r>
              <a:rPr lang="te-IN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రోధించి ప్రార్ధించినా</a:t>
            </a:r>
          </a:p>
          <a:p>
            <a:pPr algn="ctr" defTabSz="439781"/>
            <a:r>
              <a:rPr lang="te-IN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జవాబేమి లేదని – దూషింప బోకుమా</a:t>
            </a:r>
          </a:p>
          <a:p>
            <a:pPr algn="ctr" defTabSz="439781"/>
            <a:r>
              <a:rPr lang="te-IN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ప్రభుచిత్తమనె గిన్నెనే –</a:t>
            </a:r>
          </a:p>
          <a:p>
            <a:pPr algn="ctr" defTabSz="439781"/>
            <a:r>
              <a:rPr lang="te-IN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సంతోషముగ త్రాగుమా </a:t>
            </a:r>
          </a:p>
        </p:txBody>
      </p:sp>
    </p:spTree>
    <p:extLst>
      <p:ext uri="{BB962C8B-B14F-4D97-AF65-F5344CB8AC3E}">
        <p14:creationId xmlns:p14="http://schemas.microsoft.com/office/powerpoint/2010/main" val="26852144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4619</TotalTime>
  <Words>290</Words>
  <Application>Microsoft Office PowerPoint</Application>
  <PresentationFormat>A4 Paper (210x297 mm)</PresentationFormat>
  <Paragraphs>63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Arial</vt:lpstr>
      <vt:lpstr>Calibri</vt:lpstr>
      <vt:lpstr>Calibri Light</vt:lpstr>
      <vt:lpstr>Ramabhadra</vt:lpstr>
      <vt:lpstr>Office Theme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HP</dc:creator>
  <cp:lastModifiedBy>john</cp:lastModifiedBy>
  <cp:revision>278</cp:revision>
  <cp:lastPrinted>2023-01-08T02:54:40Z</cp:lastPrinted>
  <dcterms:created xsi:type="dcterms:W3CDTF">2022-02-17T17:00:55Z</dcterms:created>
  <dcterms:modified xsi:type="dcterms:W3CDTF">2024-03-02T16:58:23Z</dcterms:modified>
</cp:coreProperties>
</file>