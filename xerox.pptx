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95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14-09-2024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స్తోత్రం చెల్లింతుము స్తుతి స్తోత్రం చెల్లింతుము</a:t>
            </a:r>
            <a:b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నాథుని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మేలులు తలంచి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దివారాత్రములు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కంటిపాపవలె కాచి (2)</a:t>
            </a:r>
            <a:b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దయగల హస్తముతో బ్రోచి నడిపించితివి (2)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గాడాంధకారములో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కన్నీటి లోయలలో (2)</a:t>
            </a:r>
            <a:b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కృశించి పోనీయక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కృపలతో బలపరచితివి (2)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సజీవ యాగముగా మా శరీరము సమర్పించి (2)</a:t>
            </a:r>
            <a:b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సంపూర్ణ సిద్దినొంద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శుద్ధాత్మను నొసగితివి (2)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ఘనమైనవి నీ కార్యములు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యెడల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స్థిరమైనవి నీ ఆలోచనలు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 (2)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కృపలను పొందుచు కృతజ్ఞత కలిగి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స్తుతులర్పించెదను అన్నివేళలా (2)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అనుదినము నీ అనుగ్రహమే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ఆయుష్కాలము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వరమే (2)</a:t>
            </a:r>
          </a:p>
          <a:p>
            <a:pPr algn="ctr"/>
            <a:endParaRPr lang="te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 తెగులు సమీపించనీయక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 కీడైన దరిచేరనీయక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ఆపదలన్ని తొలగే వరకు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ఆత్మలో నెమ్మది కలిగే వరకు (2)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భారము మోసి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బాసటగా నిలిచి – ఆదరించితివి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ఈ స్తుతి మహిమలు నీకే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చెల్లించెదను -  జీవితాంతము</a:t>
            </a:r>
          </a:p>
          <a:p>
            <a:pPr algn="ctr"/>
            <a:endParaRPr lang="te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ఎత్తైన కోటవు నీవే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కాపాడు కేడెము నీవే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ఆశ్రయమైన బండవు నీవే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 కృపకాధారము నీవే (2)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ప్రతిక్షణమును నీవు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దీవెనగా మార్చి – నడిపించుచున్నావు</a:t>
            </a:r>
            <a:b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ఈ స్తుతి మహిమలు నీకే –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చెల్లించెదను – జీవితాంతము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నా దేవా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నా కాపరి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 నీ క్షమా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ఎంతో గొప్పది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ఆరాధింతును హృదయాంతరంగములో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స్తుతియింతును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పాద సన్నిధిలో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పాపము నుండి విడిపించినావు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పరిశుద్ధుని చేసి ప్రేమించినావు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పరిశుద్ధాత్మను నాలో నింపావు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మట్టి దేహమును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మహిమతో నింపావు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పాట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 పాట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పాడాలి ప్రతి చోట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పాడాలి ప్రతి నోట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హల్లెలూయా హల్లెలూయా (4)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స్తుతిపాటలే పాడుమా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 యేసునే వేడుమా (2)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కష్టములే కలిగిన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కన్నీరులే మిగిలినా “స్తుతి”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బంధాలు బిగియించినా చేరసాలలో వేసినా “స్తుతి”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5521</TotalTime>
  <Words>297</Words>
  <Application>Microsoft Office PowerPoint</Application>
  <PresentationFormat>A4 Paper (210x297 mm)</PresentationFormat>
  <Paragraphs>51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355</cp:revision>
  <cp:lastPrinted>2023-01-08T02:54:40Z</cp:lastPrinted>
  <dcterms:created xsi:type="dcterms:W3CDTF">2022-02-17T17:00:55Z</dcterms:created>
  <dcterms:modified xsi:type="dcterms:W3CDTF">2024-09-14T12:21:00Z</dcterms:modified>
</cp:coreProperties>
</file>