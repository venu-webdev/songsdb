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84" r:id="rId2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4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67" autoAdjust="0"/>
    <p:restoredTop sz="94660"/>
  </p:normalViewPr>
  <p:slideViewPr>
    <p:cSldViewPr snapToGrid="0">
      <p:cViewPr>
        <p:scale>
          <a:sx n="66" d="100"/>
          <a:sy n="66" d="100"/>
        </p:scale>
        <p:origin x="3648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20-04-2024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20-04-2024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3013"/>
            <a:ext cx="2324100" cy="33575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786313"/>
            <a:ext cx="5486400" cy="39163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20-04-2024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2323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20-04-2024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366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20-04-2024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831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20-04-2024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8088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20-04-2024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5989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20-04-2024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7716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20-04-2024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4830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20-04-2024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5244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20-04-2024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0742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20-04-2024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598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20-04-2024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8798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20-04-2024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0111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54B1B4E-F899-4AA1-B554-B078DFCD42B8}"/>
              </a:ext>
            </a:extLst>
          </p:cNvPr>
          <p:cNvSpPr/>
          <p:nvPr/>
        </p:nvSpPr>
        <p:spPr>
          <a:xfrm>
            <a:off x="80159" y="4876800"/>
            <a:ext cx="3377869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5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సుమధుర స్వరముల గానాలతో –</a:t>
            </a:r>
            <a:endParaRPr kumimoji="0" lang="en-IN" sz="15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5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వేలాది దూతల గళములతో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5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కొనియాడబడుచున్న నా యేసయ్యా –</a:t>
            </a:r>
            <a:endParaRPr kumimoji="0" lang="en-IN" sz="15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5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నీకే నా ఆరాధన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5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మహదానందమే నాలో పరవశమే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5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నిన్ను స్తుతించిన ప్రతీక్షణం (2)</a:t>
            </a:r>
            <a:endParaRPr kumimoji="0" lang="en-IN" sz="15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15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5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ఎడారి త్రోవలో నే నడిచినా –</a:t>
            </a:r>
            <a:endParaRPr kumimoji="0" lang="en-IN" sz="15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5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ఎరుగని మార్గములో నను నడిపినా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5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నా ముందు నడచిన జయవీరుడా –</a:t>
            </a:r>
            <a:endParaRPr kumimoji="0" lang="en-IN" sz="15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5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నా విజయ సంకేతమా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5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నీవే నీవే – నా ఆనందము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5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నీవే నీవే – నా ఆధారము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15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5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సంపూర్ణమైన నీ చిత్తమే –</a:t>
            </a:r>
            <a:endParaRPr kumimoji="0" lang="en-IN" sz="15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5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అనుకూలమైన సంకల్పమే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5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జరిగించుచున్నావు నను విడువక –</a:t>
            </a:r>
            <a:endParaRPr kumimoji="0" lang="en-IN" sz="15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5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నా ధైర్యము నీవేగా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5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నీవే నీవే – నా జయగీతము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5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నీవే నీవే – నా స్తుతిగీతము (2)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2765AB-2009-4D78-90CF-9192BE5415CE}"/>
              </a:ext>
            </a:extLst>
          </p:cNvPr>
          <p:cNvSpPr/>
          <p:nvPr/>
        </p:nvSpPr>
        <p:spPr>
          <a:xfrm>
            <a:off x="3458027" y="4876800"/>
            <a:ext cx="332673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స్తుతులన్ గైకొనుమా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సుత యేసు క్రీస్తువా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సతతము మమ్ములను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కృపనిడి కావుమా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sz="20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మా పెదవులతో ఎప్పుడు నీ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  వాక్యమును పఠింప నిమ్ము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మా కాలు చేతులు ఎప్పుడు నీ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సేవను చేయను వాడనిమ్ము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sz="20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మా కలిమియు పదవుల నెల్ల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శుద్ధ కృపచే పొందితిమి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మా కాలమంతయు జీవింప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నిలకడగ నుండ దీవించుము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5AA086-62D7-4ABA-9178-F1303C2758F1}"/>
              </a:ext>
            </a:extLst>
          </p:cNvPr>
          <p:cNvSpPr/>
          <p:nvPr/>
        </p:nvSpPr>
        <p:spPr>
          <a:xfrm>
            <a:off x="80160" y="124326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139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కృపా క్షేమము నీ శాశ్వత జీవము</a:t>
            </a:r>
          </a:p>
          <a:p>
            <a:pPr algn="ctr"/>
            <a:r>
              <a:rPr lang="te-IN" sz="139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జీవిత కాలమంతయు నీవు దయచేయువాడవు (2)</a:t>
            </a:r>
          </a:p>
          <a:p>
            <a:pPr algn="ctr"/>
            <a:r>
              <a:rPr lang="te-IN" sz="139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మహోన్నతమైన నీ ఉపకారములు</a:t>
            </a:r>
          </a:p>
          <a:p>
            <a:pPr algn="ctr"/>
            <a:r>
              <a:rPr lang="te-IN" sz="139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తలంచుచు అనుక్షణము పరవశించనా</a:t>
            </a:r>
          </a:p>
          <a:p>
            <a:pPr algn="ctr"/>
            <a:r>
              <a:rPr lang="te-IN" sz="139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కృపలోనే పరవశించనా</a:t>
            </a:r>
          </a:p>
          <a:p>
            <a:pPr algn="ctr"/>
            <a:endParaRPr lang="te-IN" sz="139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39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ప్రతి ప్రార్ధనకు నీవిచ్చిన ఈవులే</a:t>
            </a:r>
          </a:p>
          <a:p>
            <a:pPr algn="ctr"/>
            <a:r>
              <a:rPr lang="te-IN" sz="139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లెక్కకు మించిన దీవెనలైనాయి (2)</a:t>
            </a:r>
          </a:p>
          <a:p>
            <a:pPr algn="ctr"/>
            <a:r>
              <a:rPr lang="te-IN" sz="139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అడుగులు తడబడక నడిపినది నీ దివ్య వాక్యమే</a:t>
            </a:r>
          </a:p>
          <a:p>
            <a:pPr algn="ctr"/>
            <a:r>
              <a:rPr lang="te-IN" sz="139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కడలిని మించిన విశ్వాసమునిచ్చి</a:t>
            </a:r>
            <a:endParaRPr lang="en-IN" sz="139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39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విజయము చేకూర్చెను (2)</a:t>
            </a:r>
          </a:p>
          <a:p>
            <a:pPr algn="ctr"/>
            <a:r>
              <a:rPr lang="te-IN" sz="139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వాక్యమే మకరంధమై బలపరిచెను నన్ను</a:t>
            </a:r>
          </a:p>
          <a:p>
            <a:pPr algn="ctr"/>
            <a:r>
              <a:rPr lang="te-IN" sz="139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యేసయ్య స్తుతిపాత్రుడ ఆరాధన నీకే (2)</a:t>
            </a:r>
          </a:p>
          <a:p>
            <a:pPr algn="ctr"/>
            <a:r>
              <a:rPr lang="te-IN" sz="139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ఆరాధన నీకే</a:t>
            </a:r>
          </a:p>
          <a:p>
            <a:pPr algn="ctr"/>
            <a:endParaRPr lang="te-IN" sz="139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39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సత్య మార్గములో ఫలించిన అనుభవమే</a:t>
            </a:r>
          </a:p>
          <a:p>
            <a:pPr algn="ctr"/>
            <a:r>
              <a:rPr lang="te-IN" sz="139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పరిమళింపచేసి సాక్షిగ నిలిపాయి (2)</a:t>
            </a:r>
          </a:p>
          <a:p>
            <a:pPr algn="ctr"/>
            <a:r>
              <a:rPr lang="te-IN" sz="139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కలతచెందక నిలిపినది నీ దివ్య దర్శనమే</a:t>
            </a:r>
          </a:p>
          <a:p>
            <a:pPr algn="ctr"/>
            <a:r>
              <a:rPr lang="te-IN" sz="139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గమ్యము చేరే శక్తితో నను నింపి నూతన కృపనిచ్చెను (2)</a:t>
            </a:r>
          </a:p>
          <a:p>
            <a:pPr algn="ctr"/>
            <a:r>
              <a:rPr lang="te-IN" sz="139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ఆరాధ్యుడా అభిషిక్తుడా ఆరాధన నీకే</a:t>
            </a:r>
          </a:p>
          <a:p>
            <a:pPr algn="ctr"/>
            <a:r>
              <a:rPr lang="te-IN" sz="139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యేసయ్య స్తుతిపాత్రుడ ఆరాధన నీకే (2)</a:t>
            </a:r>
          </a:p>
          <a:p>
            <a:pPr algn="ctr"/>
            <a:r>
              <a:rPr lang="te-IN" sz="139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ఆరాధన నీకే 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968DF1-7B8E-4A1C-81AF-6FA2F0D1F092}"/>
              </a:ext>
            </a:extLst>
          </p:cNvPr>
          <p:cNvSpPr/>
          <p:nvPr/>
        </p:nvSpPr>
        <p:spPr>
          <a:xfrm>
            <a:off x="3458028" y="124326"/>
            <a:ext cx="3326737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ఎంత మంచి దేవుడవయ్యా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ఎంత మంచి దేవుడవేసయ్యా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 చింతలన్ని తీరేనయ్యా నిను చేరగా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ఎంత మంచి దేవుడవేసయ్యా (2)</a:t>
            </a:r>
          </a:p>
          <a:p>
            <a:pPr algn="ctr" defTabSz="439781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ఘోరపాపినైన నేనూ 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దూరంగా పారిపోగా (2)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ప్రేమతో నను క్షమియించి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        నను హత్తుకొన్నావయ్యా (2)       </a:t>
            </a:r>
          </a:p>
          <a:p>
            <a:pPr algn="ctr" defTabSz="439781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నాకున్న వారందరూ –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నను విడచిపోయిననూ (2)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ఎన్నెన్నో ఇబ్బందులకు గురి చేసిననూ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  నను నీవు విడువలేదయ్యా (2)     </a:t>
            </a:r>
          </a:p>
        </p:txBody>
      </p:sp>
    </p:spTree>
    <p:extLst>
      <p:ext uri="{BB962C8B-B14F-4D97-AF65-F5344CB8AC3E}">
        <p14:creationId xmlns:p14="http://schemas.microsoft.com/office/powerpoint/2010/main" val="2685214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4833</TotalTime>
  <Words>289</Words>
  <Application>Microsoft Office PowerPoint</Application>
  <PresentationFormat>A4 Paper (210x297 mm)</PresentationFormat>
  <Paragraphs>63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Ramabhadra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john</cp:lastModifiedBy>
  <cp:revision>299</cp:revision>
  <cp:lastPrinted>2023-01-08T02:54:40Z</cp:lastPrinted>
  <dcterms:created xsi:type="dcterms:W3CDTF">2022-02-17T17:00:55Z</dcterms:created>
  <dcterms:modified xsi:type="dcterms:W3CDTF">2024-04-20T15:21:41Z</dcterms:modified>
</cp:coreProperties>
</file>