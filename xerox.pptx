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2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67" autoAdjust="0"/>
    <p:restoredTop sz="94660"/>
  </p:normalViewPr>
  <p:slideViewPr>
    <p:cSldViewPr snapToGrid="0">
      <p:cViewPr varScale="1">
        <p:scale>
          <a:sx n="79" d="100"/>
          <a:sy n="79" d="100"/>
        </p:scale>
        <p:origin x="3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01-06-2024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 క్షేమము నీ శాశ్వత జీవము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జీవిత కాలమంతయు నీవు దయచేయువాడవు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మహోన్నతమైన నీ ఉపకారములు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తలంచుచు అనుక్షణము పరవశించనా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కృపలోనే పరవశించనా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38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ప్రతి ప్రార్ధనకు నీవిచ్చిన ఈవులే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లెక్కకు మించిన దీవెనలైనాయి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అడుగులు తడబడక నడిపినది నీ దివ్య వాక్యమే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కడలిని మించిన విశ్వాసమునిచ్చి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విజయము చేకూర్చెను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వాక్యమే మకరంధమై బలపరిచెను నన్ను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 ఆరాధన నీకే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38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సత్య మార్గములో ఫలించిన అనుభవమే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పరిమళింపచేసి సాక్షిగ నిలిపాయి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కలతచెందక నిలిపినది నీ దివ్య దర్శనమే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గమ్యము చేరే శక్తితో నను నింపి నూతన కృపనిచ్చెను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ఆరాధ్యుడా అభిషిక్తుడా ఆరాధన నీకే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 స్తుతిపాత్రుడ ఆరాధన నీకే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38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91DD97-2F45-459B-B58B-E67033410700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పరిశుద్ధుడవై – మహిమ ప్రభావములకు నీవే పాత్రుడవు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బలవంతుడవై – దీనుల పక్షమై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 చూపు వాడవు (2)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దయాళుడవై – ధారాళముగా 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దీవించిన శ్రీమంతుడా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నీకే నా యేసయ్యా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 ఆరాధన నీకే నా యేసయ్యా (2)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సేవించెద నిన్నే  నా పూర్ణ హృదయముతో    </a:t>
            </a:r>
          </a:p>
          <a:p>
            <a:pPr algn="ctr"/>
            <a:endParaRPr lang="te-IN" sz="14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స్వాస్థ్యమైన నీ వారితో కలిసి నిను సేవించుటకు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మహిమ ప్రభావమును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కిరీటముగా ధరింపజేసితివి (2)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శాశ్వత కాలము వరకు నీ సంతతిపై దృష్టి నిలిపి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దాసుల ప్రార్ధనలు సఫలము చేసితివి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 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నిత్యమైన ఆదరణ చూపి నను స్థిరపరచుటకు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కరుణా కటాక్షమును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నాపై కురిపించి నను ప్రేమించితివి (2)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నాకు ప్రయోజనము కలుగజేయుటకు</a:t>
            </a:r>
          </a:p>
          <a:p>
            <a:pPr algn="ctr"/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ఉపదేశమును బోధించి</a:t>
            </a:r>
            <a:b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14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దాసుని ప్రాణమును సంతోషపరచితివి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055CCC-C265-417F-BC2F-ED69E16338ED}"/>
              </a:ext>
            </a:extLst>
          </p:cNvPr>
          <p:cNvSpPr/>
          <p:nvPr/>
        </p:nvSpPr>
        <p:spPr>
          <a:xfrm>
            <a:off x="51132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మంచి దేవుడు భలే మంచి దేవుడు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నిజ దైవం యేసు - అద్వితీయ దేవుడు</a:t>
            </a:r>
          </a:p>
          <a:p>
            <a:pPr algn="ctr"/>
            <a:endParaRPr lang="te-IN" sz="18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మ్రొక్కులను కోరడు - మనసిస్తే చాలును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కొండలెక్కి రమ్మనడు –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మనలో కొలువుంటాడు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వెదికితే ప్రతి వారికి - దొరికేను యేసు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పిలిచే ప్రతి వారికి - పలికేను యేసు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బొమ్మ కాదయ్యో - జీవమున్న దేవుడు</a:t>
            </a:r>
          </a:p>
          <a:p>
            <a:pPr algn="ctr"/>
            <a:endParaRPr lang="te-IN" sz="18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కుంటివాడు గంతులేయ–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కాళ్ళ నొసగినాడు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మూగవారు స్తుతిచేయ – నోటినిచ్చినాడు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బధిరులు తన స్వరము విన- చెవులిచ్చినాడు</a:t>
            </a:r>
          </a:p>
          <a:p>
            <a:pPr algn="ctr"/>
            <a:r>
              <a:rPr lang="te-IN" sz="18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ప్రేమా మయుడు - ఆశ్చర్య దేవుడు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9000" y="4878137"/>
            <a:ext cx="3377868" cy="475247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 – స్తోత్రార్హుడా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స్తుతులందుకో - పూజార్హుడా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ఆకాశమందు నీవు తప్ప - నాకెవరున్నారు నా ప్రభు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పాత్రుడా.... ఆఆఅ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శత్రువులు నను తరుముచుండగా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యాత్మ నాలో కృంగెనే ప్రభూ -2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మనస్సు నీ వైపు త్రిప్పిన వెంటనే - శత్రుల చేతినుండి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విడిపించినావు - కాపాడినావు -2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ప్రాణ స్నేహితులు నన్ను చూచి దూరాన నిలిచేరు నా ప్రభూ -2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వాక్య ధ్యానమే నా త్రోవకు వెలుగై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నను నిల్పెను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సన్నీధిలో - నీ సంఘములో -2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5137</TotalTime>
  <Words>333</Words>
  <Application>Microsoft Office PowerPoint</Application>
  <PresentationFormat>A4 Paper (210x297 mm)</PresentationFormat>
  <Paragraphs>62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314</cp:revision>
  <cp:lastPrinted>2023-01-08T02:54:40Z</cp:lastPrinted>
  <dcterms:created xsi:type="dcterms:W3CDTF">2022-02-17T17:00:55Z</dcterms:created>
  <dcterms:modified xsi:type="dcterms:W3CDTF">2024-06-01T12:21:39Z</dcterms:modified>
</cp:coreProperties>
</file>