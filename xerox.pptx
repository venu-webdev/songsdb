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"/>
  </p:notesMasterIdLst>
  <p:handoutMasterIdLst>
    <p:handoutMasterId r:id="rId4"/>
  </p:handoutMasterIdLst>
  <p:sldIdLst>
    <p:sldId id="282" r:id="rId2"/>
  </p:sldIdLst>
  <p:sldSz cx="6858000" cy="9906000" type="A4"/>
  <p:notesSz cx="6858000" cy="9945688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Untitled Section" id="{A9D60E13-7795-4B21-B9EC-5BF21E65AAC1}">
          <p14:sldIdLst>
            <p14:sldId id="282"/>
          </p14:sldIdLst>
        </p14:section>
        <p14:section name="Untitled Section" id="{A6F8D81D-7D40-4647-AE92-8344CF040961}">
          <p14:sldIdLst/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0867" autoAdjust="0"/>
    <p:restoredTop sz="94660"/>
  </p:normalViewPr>
  <p:slideViewPr>
    <p:cSldViewPr snapToGrid="0">
      <p:cViewPr>
        <p:scale>
          <a:sx n="100" d="100"/>
          <a:sy n="100" d="100"/>
        </p:scale>
        <p:origin x="291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notesMaster" Target="notesMasters/notesMaster1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AF629B06-402F-25A0-ECC5-AAF53FBA1C6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984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D894C21-B19B-9A8F-7D55-4D5E48ABF05A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984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502DD63-DF8D-4AB8-92A0-0ECCF612C06C}" type="datetimeFigureOut">
              <a:rPr lang="en-IN" smtClean="0"/>
              <a:t>20-01-2024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CE9E8C4-4D87-7AAE-E858-09C9EA7D7C3C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447213"/>
            <a:ext cx="2971800" cy="4984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7278D13-9132-D6A5-31BB-49A5B842590B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9447213"/>
            <a:ext cx="2971800" cy="4984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00A5AB3-3181-414C-A396-815CB8534F3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19500451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984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984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AE741EC-1360-4793-999B-941E0396C9FA}" type="datetimeFigureOut">
              <a:rPr lang="en-IN" smtClean="0"/>
              <a:t>20-01-2024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66950" y="1243013"/>
            <a:ext cx="2324100" cy="3357562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786313"/>
            <a:ext cx="5486400" cy="3916362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447213"/>
            <a:ext cx="2971800" cy="4984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9447213"/>
            <a:ext cx="2971800" cy="4984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2A7058D-57DC-42D6-BEC9-04F9B3DC93E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43420452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621191"/>
            <a:ext cx="5829300" cy="3448756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5202944"/>
            <a:ext cx="5143500" cy="2391656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20-01-2024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123232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20-01-2024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23663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469624"/>
            <a:ext cx="5915025" cy="4120620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629226"/>
            <a:ext cx="5915025" cy="216693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20-01-2024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583120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637014"/>
            <a:ext cx="2914650" cy="628526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637014"/>
            <a:ext cx="2914650" cy="628526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20-01-2024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080884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527405"/>
            <a:ext cx="5915025" cy="191470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428347"/>
            <a:ext cx="2901255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618442"/>
            <a:ext cx="2901255" cy="532218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428347"/>
            <a:ext cx="2915543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618442"/>
            <a:ext cx="2915543" cy="532218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20-01-2024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359896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20-01-2024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377164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20-01-2024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648303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426283"/>
            <a:ext cx="3471863" cy="7039681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20-01-2024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652449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426283"/>
            <a:ext cx="3471863" cy="7039681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20-01-2024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007429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20-01-2024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942598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527403"/>
            <a:ext cx="1478756" cy="8394877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527403"/>
            <a:ext cx="4350544" cy="839487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20-01-2024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587982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6FBD32F-FCAD-481A-B7D8-4D813FB7DB24}" type="datetimeFigureOut">
              <a:rPr lang="en-IN" smtClean="0"/>
              <a:t>20-01-2024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501118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954B1B4E-F899-4AA1-B554-B078DFCD42B8}"/>
              </a:ext>
            </a:extLst>
          </p:cNvPr>
          <p:cNvSpPr/>
          <p:nvPr/>
        </p:nvSpPr>
        <p:spPr>
          <a:xfrm>
            <a:off x="3429000" y="4878137"/>
            <a:ext cx="3377868" cy="4752474"/>
          </a:xfrm>
          <a:prstGeom prst="rect">
            <a:avLst/>
          </a:prstGeom>
          <a:solidFill>
            <a:schemeClr val="bg1"/>
          </a:solidFill>
          <a:ln w="285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e-IN" sz="1700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రాజ జగమెరిగిన నా యేసు రాజా</a:t>
            </a: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e-IN" sz="1700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రాగాలలో అనురాగాలు కురిపించిన</a:t>
            </a: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e-IN" sz="1700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మనబంధము అనుబంధము (2)</a:t>
            </a: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e-IN" sz="1700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విడదీయగలరా ఎవరైనను మరి ఏదైనను? (2)</a:t>
            </a: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te-IN" sz="1700" i="0" u="none" strike="noStrike" kern="1200" cap="none" spc="0" normalizeH="0" baseline="0" noProof="0" dirty="0">
              <a:solidFill>
                <a:schemeClr val="tx1"/>
              </a:solidFill>
              <a:effectLst/>
              <a:uLnTx/>
              <a:uFillTx/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e-IN" sz="1700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దీన స్థితియందున సంపన్న స్థితియందున</a:t>
            </a: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e-IN" sz="1700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నడచినను ఎగిరినను</a:t>
            </a: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e-IN" sz="1700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సంతృప్తి కలిగి యుందునే (2)</a:t>
            </a: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e-IN" sz="1700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నిత్యము ఆరాధనకు నా ఆధారమా</a:t>
            </a: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e-IN" sz="1700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స్తోత్రబలులు నీకే అర్పించెద యేసయ్యా (2)</a:t>
            </a: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te-IN" sz="1700" i="0" u="none" strike="noStrike" kern="1200" cap="none" spc="0" normalizeH="0" baseline="0" noProof="0" dirty="0">
              <a:solidFill>
                <a:schemeClr val="tx1"/>
              </a:solidFill>
              <a:effectLst/>
              <a:uLnTx/>
              <a:uFillTx/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e-IN" sz="1700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బలహీనతలయందున అవమానములయందున</a:t>
            </a: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e-IN" sz="1700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పడినను కృంగినను</a:t>
            </a: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e-IN" sz="1700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నీకృప కలిగియుందునే (2)</a:t>
            </a: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e-IN" sz="1700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నిత్యము ఆరాధనకు నా ఆధారమా</a:t>
            </a: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e-IN" sz="1700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స్తోత్రబలులు నీకే అర్పించెద యేసయ్యా (2)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B2765AB-2009-4D78-90CF-9192BE5415CE}"/>
              </a:ext>
            </a:extLst>
          </p:cNvPr>
          <p:cNvSpPr/>
          <p:nvPr/>
        </p:nvSpPr>
        <p:spPr>
          <a:xfrm>
            <a:off x="51132" y="125663"/>
            <a:ext cx="3377868" cy="4752474"/>
          </a:xfrm>
          <a:prstGeom prst="rect">
            <a:avLst/>
          </a:prstGeom>
          <a:solidFill>
            <a:schemeClr val="bg1"/>
          </a:solidFill>
          <a:ln w="285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r>
              <a:rPr lang="te-IN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దేవా నా దేవా – నీవే నా కాపరి</a:t>
            </a:r>
            <a:br>
              <a:rPr lang="te-IN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</a:br>
            <a:r>
              <a:rPr lang="te-IN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నీ ప్రేమ నీ క్షమా – ఎంతో గొప్పది (2)</a:t>
            </a:r>
            <a:br>
              <a:rPr lang="te-IN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</a:br>
            <a:r>
              <a:rPr lang="te-IN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ఆరాధింతును హృదయాంతరంగములో</a:t>
            </a:r>
            <a:br>
              <a:rPr lang="te-IN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</a:br>
            <a:r>
              <a:rPr lang="te-IN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స్తుతించెదను నీ పాద సన్నిధిలో (2)</a:t>
            </a:r>
            <a:br>
              <a:rPr lang="te-IN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</a:br>
            <a:r>
              <a:rPr lang="te-IN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నీవే కదా దేవుడవు – (2)</a:t>
            </a:r>
          </a:p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r>
              <a:rPr lang="te-IN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దేవా యేసు దేవా (4)     </a:t>
            </a:r>
          </a:p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endParaRPr lang="te-IN" b="0" i="0" dirty="0">
              <a:solidFill>
                <a:schemeClr val="tx1"/>
              </a:solidFill>
              <a:effectLst/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r>
              <a:rPr lang="te-IN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పాపము నుండి విడిపించినావు</a:t>
            </a:r>
            <a:br>
              <a:rPr lang="te-IN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</a:br>
            <a:r>
              <a:rPr lang="te-IN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పరిశుద్ధుని చేసి ప్రేమించినావు (2)</a:t>
            </a:r>
            <a:br>
              <a:rPr lang="te-IN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</a:br>
            <a:r>
              <a:rPr lang="te-IN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నీవే కదా దేవుడవు – (2)</a:t>
            </a:r>
            <a:br>
              <a:rPr lang="te-IN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</a:br>
            <a:r>
              <a:rPr lang="te-IN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దేవా యేసు దేవా (4)       </a:t>
            </a:r>
          </a:p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endParaRPr lang="te-IN" b="0" i="0" dirty="0">
              <a:solidFill>
                <a:schemeClr val="tx1"/>
              </a:solidFill>
              <a:effectLst/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r>
              <a:rPr lang="te-IN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పరిశుద్ధాత్మను నాలో నింపావు</a:t>
            </a:r>
            <a:br>
              <a:rPr lang="te-IN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</a:br>
            <a:r>
              <a:rPr lang="te-IN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మట్టి దేహమును మహిమతో నింపావు (2)</a:t>
            </a:r>
            <a:br>
              <a:rPr lang="te-IN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</a:br>
            <a:r>
              <a:rPr lang="te-IN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నీవే కదా దేవుడవు – (2)</a:t>
            </a:r>
            <a:br>
              <a:rPr lang="te-IN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</a:br>
            <a:r>
              <a:rPr lang="te-IN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దేవా యేసు దేవా (4)       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D5AA086-62D7-4ABA-9178-F1303C2758F1}"/>
              </a:ext>
            </a:extLst>
          </p:cNvPr>
          <p:cNvSpPr/>
          <p:nvPr/>
        </p:nvSpPr>
        <p:spPr>
          <a:xfrm>
            <a:off x="3429000" y="125663"/>
            <a:ext cx="3377868" cy="4752474"/>
          </a:xfrm>
          <a:prstGeom prst="rect">
            <a:avLst/>
          </a:prstGeom>
          <a:solidFill>
            <a:schemeClr val="bg1"/>
          </a:solidFill>
          <a:ln w="285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te-IN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విన్నపములు వినువాడా</a:t>
            </a:r>
          </a:p>
          <a:p>
            <a:pPr algn="ctr"/>
            <a:r>
              <a:rPr lang="te-IN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నా కన్నీరు తుడుచు వాడా </a:t>
            </a:r>
          </a:p>
          <a:p>
            <a:pPr algn="ctr"/>
            <a:r>
              <a:rPr lang="te-IN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సుఖములు ఇచ్చువాడా</a:t>
            </a:r>
          </a:p>
          <a:p>
            <a:pPr algn="ctr"/>
            <a:r>
              <a:rPr lang="te-IN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స్తోత్రము యేసయ్యా </a:t>
            </a:r>
          </a:p>
          <a:p>
            <a:pPr algn="ctr"/>
            <a:endParaRPr lang="te-IN" b="0" i="0" dirty="0">
              <a:solidFill>
                <a:srgbClr val="000000"/>
              </a:solidFill>
              <a:effectLst/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నీ నుండియే అన్ని సాధ్యమయ్యా </a:t>
            </a:r>
          </a:p>
          <a:p>
            <a:pPr algn="ctr"/>
            <a:r>
              <a:rPr lang="te-IN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మాట ఒకటి చాలునయ్య</a:t>
            </a:r>
          </a:p>
          <a:p>
            <a:pPr algn="ctr"/>
            <a:r>
              <a:rPr lang="te-IN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నీ మాట ఒకటి చాలునయ్య </a:t>
            </a:r>
          </a:p>
          <a:p>
            <a:pPr algn="ctr"/>
            <a:endParaRPr lang="te-IN" b="0" i="0" dirty="0">
              <a:solidFill>
                <a:srgbClr val="000000"/>
              </a:solidFill>
              <a:effectLst/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నా చిత్తమే శుద్ధి పొందు </a:t>
            </a:r>
          </a:p>
          <a:p>
            <a:pPr algn="ctr"/>
            <a:r>
              <a:rPr lang="te-IN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అని చెప్పి తాకితివే</a:t>
            </a:r>
          </a:p>
          <a:p>
            <a:pPr algn="ctr"/>
            <a:r>
              <a:rPr lang="te-IN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అయ్యా అని చెప్పి తాకితివే </a:t>
            </a:r>
          </a:p>
          <a:p>
            <a:pPr algn="ctr"/>
            <a:endParaRPr lang="te-IN" b="0" i="0" dirty="0">
              <a:solidFill>
                <a:srgbClr val="000000"/>
              </a:solidFill>
              <a:effectLst/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నా వ్యాధిని సిలువ లోనా   </a:t>
            </a:r>
          </a:p>
          <a:p>
            <a:pPr algn="ctr"/>
            <a:r>
              <a:rPr lang="te-IN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నీవుపొంది తీర్చితివే</a:t>
            </a:r>
          </a:p>
          <a:p>
            <a:pPr algn="ctr"/>
            <a:r>
              <a:rPr lang="te-IN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అయ్యా నీవుపొంది తీర్చితివే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E968DF1-7B8E-4A1C-81AF-6FA2F0D1F092}"/>
              </a:ext>
            </a:extLst>
          </p:cNvPr>
          <p:cNvSpPr/>
          <p:nvPr/>
        </p:nvSpPr>
        <p:spPr>
          <a:xfrm>
            <a:off x="51132" y="4878137"/>
            <a:ext cx="3377868" cy="4752474"/>
          </a:xfrm>
          <a:prstGeom prst="rect">
            <a:avLst/>
          </a:prstGeom>
          <a:solidFill>
            <a:schemeClr val="bg1"/>
          </a:solidFill>
          <a:ln w="285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39781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స్తుతి పాత్రుడా - స్తోత్రార్హుడా</a:t>
            </a:r>
          </a:p>
          <a:p>
            <a:pPr algn="ctr" defTabSz="439781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స్తుతులందుకో - పూజార్హుడా</a:t>
            </a:r>
          </a:p>
          <a:p>
            <a:pPr algn="ctr" defTabSz="439781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ఆకాశమందు నీవు తప్ప –</a:t>
            </a:r>
          </a:p>
          <a:p>
            <a:pPr algn="ctr" defTabSz="439781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నాకెవరున్నారు నా ప్రభు</a:t>
            </a:r>
          </a:p>
          <a:p>
            <a:pPr algn="ctr" defTabSz="439781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స్తుతి పాత్రుడా.... ఆఆఅ</a:t>
            </a:r>
          </a:p>
          <a:p>
            <a:pPr algn="ctr" defTabSz="439781"/>
            <a:endParaRPr lang="te-IN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 defTabSz="439781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నా శత్రువులు నను తరుముచుండగా –</a:t>
            </a:r>
          </a:p>
          <a:p>
            <a:pPr algn="ctr" defTabSz="439781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నా యాత్మ నాలో కృంగెనే ప్రభూ (2)</a:t>
            </a:r>
          </a:p>
          <a:p>
            <a:pPr algn="ctr" defTabSz="439781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నా మనస్సు నీ వైపు త్రిప్పిన వెంటనే - శత్రుల చేతినుండి</a:t>
            </a:r>
          </a:p>
          <a:p>
            <a:pPr algn="ctr" defTabSz="439781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విడిపించినావు - కాపాడినావు (2)</a:t>
            </a:r>
          </a:p>
          <a:p>
            <a:pPr algn="ctr" defTabSz="439781"/>
            <a:endParaRPr lang="te-IN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 defTabSz="439781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నా ప్రాణ స్నేహితులు నన్ను చూచి</a:t>
            </a:r>
            <a:endParaRPr lang="en-IN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 defTabSz="439781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దూరాన నిలిచేరు నా ప్రభూ (2)</a:t>
            </a:r>
          </a:p>
          <a:p>
            <a:pPr algn="ctr" defTabSz="439781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నీ వాక్య ధ్యానమే నా త్రోవకు వెలుగై –</a:t>
            </a:r>
            <a:endParaRPr lang="en-IN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 defTabSz="439781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నను నిల్పెను</a:t>
            </a:r>
          </a:p>
          <a:p>
            <a:pPr algn="ctr" defTabSz="439781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నీ సన్నీధిలో - నీ సంఘములో (2)</a:t>
            </a:r>
          </a:p>
        </p:txBody>
      </p:sp>
    </p:spTree>
    <p:extLst>
      <p:ext uri="{BB962C8B-B14F-4D97-AF65-F5344CB8AC3E}">
        <p14:creationId xmlns:p14="http://schemas.microsoft.com/office/powerpoint/2010/main" val="151166163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4467</TotalTime>
  <Words>274</Words>
  <Application>Microsoft Office PowerPoint</Application>
  <PresentationFormat>A4 Paper (210x297 mm)</PresentationFormat>
  <Paragraphs>54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Calibri Light</vt:lpstr>
      <vt:lpstr>Ramabhadra</vt:lpstr>
      <vt:lpstr>Office Theme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HP</dc:creator>
  <cp:lastModifiedBy>john</cp:lastModifiedBy>
  <cp:revision>251</cp:revision>
  <cp:lastPrinted>2023-01-08T02:54:40Z</cp:lastPrinted>
  <dcterms:created xsi:type="dcterms:W3CDTF">2022-02-17T17:00:55Z</dcterms:created>
  <dcterms:modified xsi:type="dcterms:W3CDTF">2024-01-20T15:58:33Z</dcterms:modified>
</cp:coreProperties>
</file>