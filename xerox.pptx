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79" d="100"/>
          <a:sy n="79" d="100"/>
        </p:scale>
        <p:origin x="33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25-04-2024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స్తోత్రింతున్ మనసారా యేసు ప్రభో</a:t>
            </a:r>
            <a:endParaRPr kumimoji="0" lang="en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స్తుతి గీతములతో ఎల్లప్పుడు  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సర్వేశ్వరా నన్ను కరుణతో</a:t>
            </a:r>
            <a:endParaRPr kumimoji="0" lang="en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 చేర్చుమా  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అనుదినము నీ వాక్యము</a:t>
            </a:r>
            <a:endParaRPr kumimoji="0" lang="en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అందించి బలపరుచు రక్షకా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ఆనందముతో</a:t>
            </a:r>
            <a:r>
              <a:rPr kumimoji="0" lang="en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సర్వమున్</a:t>
            </a:r>
            <a:endParaRPr kumimoji="0" lang="en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అర్పింతు నీకే ప్రభువా 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నింపుము  నీ ఆత్మతో నా దేవా</a:t>
            </a:r>
            <a:endParaRPr kumimoji="0" lang="en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నడుపుము నీ హస్త బలముతో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చితమైన నా ప్రభు</a:t>
            </a:r>
            <a:endParaRPr kumimoji="0" lang="en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యందె నను నిలుపుమా </a:t>
            </a:r>
            <a:endParaRPr kumimoji="0" lang="en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మానవుల పాపములు బాపితివయ్యా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మృత్యువును జయించి లేచితివయ్యా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జయధీరుడైన యేసునకు స్తోత్రములర్పింతుమా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యెహోవా నీ నామము ఎంతో బలమైనది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ఆ…ఆ…ఆ… ఎంతో బలమైనది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 నీ నామము</a:t>
            </a:r>
            <a:endParaRPr lang="en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ఎంతో ఘనమైనది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ఆ…ఆ…ఆ…  ఎంతో ఘనమైనది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మోషే ప్రార్ధించగా</a:t>
            </a:r>
            <a:endParaRPr lang="en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మన్నాను కురిపించితివి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యెహోషువా ప్రార్ధించగా</a:t>
            </a:r>
            <a:endParaRPr lang="en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సూర్యచంద్రుల నాపితివి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ప్రజల పక్షముగా</a:t>
            </a:r>
            <a:endParaRPr lang="en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యుద్దములు చేసిన దేవా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అగ్నిలో పడవేసినా</a:t>
            </a:r>
            <a:endParaRPr lang="en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భయమేమి లేకుండిరి (2)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నీవు చేసిన మేళ్లకు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నీవు చూపిన కృపలకు (2)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వందనం యేసయ్యా (4)</a:t>
            </a:r>
          </a:p>
          <a:p>
            <a:pPr algn="ctr"/>
            <a:endParaRPr lang="te-IN" sz="23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ఏపాటివాడనని నేను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నన్నెంతగానో ప్రేమించావు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అంచెలంచెలుగా హెచ్చించి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నన్నెంతగానో దీవించావు (2)</a:t>
            </a:r>
          </a:p>
          <a:p>
            <a:pPr algn="ctr"/>
            <a:endParaRPr lang="te-IN" sz="23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బలహీనుడనైన నన్ను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నీవెంతగానో బలపరచావు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క్రీస్తేసు మహిమైశ్వర్యములో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ప్రతి అవసరమును తీర్చావు (2)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నిత్యముండును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నిత్య జీవము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వివరింప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తరమా యేసయ్యా (2)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నీతిమంతుల గుడారాలలో వినబడుచున్నది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రక్షణ సంగీత సునాదము (2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శృతి ఉన్న పాటలకు విలువలు ఉన్నట్లె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కృతజ్ఞతనిచ్చావు కృపలో నిలిపావు (2)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కృంగిన వేళలో నను లేవనెత్తిన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చిరునామా నీవేగా (2)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 చరణము వెంట పల్లవి ఉన్నట్లె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 క్షణమున నీవు పలుకరించావు (2)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ప్రతికూలమైన పరిస్థితిలన్నియు కనుమరుగైపోయెనే (2) 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4836</TotalTime>
  <Words>207</Words>
  <Application>Microsoft Office PowerPoint</Application>
  <PresentationFormat>A4 Paper (210x297 mm)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301</cp:revision>
  <cp:lastPrinted>2023-01-08T02:54:40Z</cp:lastPrinted>
  <dcterms:created xsi:type="dcterms:W3CDTF">2022-02-17T17:00:55Z</dcterms:created>
  <dcterms:modified xsi:type="dcterms:W3CDTF">2024-04-25T16:10:20Z</dcterms:modified>
</cp:coreProperties>
</file>