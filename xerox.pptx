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4"/>
  </p:notesMasterIdLst>
  <p:handoutMasterIdLst>
    <p:handoutMasterId r:id="rId5"/>
  </p:handoutMasterIdLst>
  <p:sldIdLst>
    <p:sldId id="282" r:id="rId2"/>
    <p:sldId id="283" r:id="rId3"/>
  </p:sldIdLst>
  <p:sldSz cx="9906000" cy="6858000" type="A4"/>
  <p:notesSz cx="6797675" cy="987266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A9D60E13-7795-4B21-B9EC-5BF21E65AAC1}">
          <p14:sldIdLst>
            <p14:sldId id="282"/>
            <p14:sldId id="283"/>
          </p14:sldIdLst>
        </p14:section>
        <p14:section name="Untitled Section" id="{A6F8D81D-7D40-4647-AE92-8344CF040961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867" autoAdjust="0"/>
    <p:restoredTop sz="94660"/>
  </p:normalViewPr>
  <p:slideViewPr>
    <p:cSldViewPr snapToGrid="0">
      <p:cViewPr>
        <p:scale>
          <a:sx n="100" d="100"/>
          <a:sy n="100" d="100"/>
        </p:scale>
        <p:origin x="1950" y="3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F629B06-402F-25A0-ECC5-AAF53FBA1C6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894C21-B19B-9A8F-7D55-4D5E48ABF0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3" y="1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r">
              <a:defRPr sz="1200"/>
            </a:lvl1pPr>
          </a:lstStyle>
          <a:p>
            <a:fld id="{3502DD63-DF8D-4AB8-92A0-0ECCF612C06C}" type="datetimeFigureOut">
              <a:rPr lang="en-IN" smtClean="0"/>
              <a:t>12-07-2024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E9E8C4-4D87-7AAE-E858-09C9EA7D7C3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377848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278D13-9132-D6A5-31BB-49A5B842590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3" y="9377848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r">
              <a:defRPr sz="1200"/>
            </a:lvl1pPr>
          </a:lstStyle>
          <a:p>
            <a:fld id="{D00A5AB3-3181-414C-A396-815CB8534F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950045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3" y="1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r">
              <a:defRPr sz="1200"/>
            </a:lvl1pPr>
          </a:lstStyle>
          <a:p>
            <a:fld id="{1AE741EC-1360-4793-999B-941E0396C9FA}" type="datetimeFigureOut">
              <a:rPr lang="en-IN" smtClean="0"/>
              <a:t>12-07-2024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1233488"/>
            <a:ext cx="4813300" cy="3333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708" tIns="45354" rIns="90708" bIns="45354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51170"/>
            <a:ext cx="5438140" cy="3887607"/>
          </a:xfrm>
          <a:prstGeom prst="rect">
            <a:avLst/>
          </a:prstGeom>
        </p:spPr>
        <p:txBody>
          <a:bodyPr vert="horz" lIns="90708" tIns="45354" rIns="90708" bIns="45354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377848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3" y="9377848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r">
              <a:defRPr sz="1200"/>
            </a:lvl1pPr>
          </a:lstStyle>
          <a:p>
            <a:fld id="{92A7058D-57DC-42D6-BEC9-04F9B3DC93E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342045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1pPr>
    <a:lvl2pPr marL="278526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2pPr>
    <a:lvl3pPr marL="557052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3pPr>
    <a:lvl4pPr marL="835579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4pPr>
    <a:lvl5pPr marL="1114105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5pPr>
    <a:lvl6pPr marL="1392631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6pPr>
    <a:lvl7pPr marL="1671157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7pPr>
    <a:lvl8pPr marL="1949684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8pPr>
    <a:lvl9pPr marL="2228210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12-07-2024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4557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12-07-2024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967604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12-07-2024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905094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12-07-2024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42823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12-07-2024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7118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12-07-2024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80156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12-07-2024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435982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12-07-2024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22839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12-07-2024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63699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12-07-2024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893136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12-07-2024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991535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FBD32F-FCAD-481A-B7D8-4D813FB7DB24}" type="datetimeFigureOut">
              <a:rPr lang="en-IN" smtClean="0"/>
              <a:t>12-07-2024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337010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2114CF1-1236-46D5-9846-2222D8891EB8}"/>
              </a:ext>
            </a:extLst>
          </p:cNvPr>
          <p:cNvSpPr/>
          <p:nvPr/>
        </p:nvSpPr>
        <p:spPr>
          <a:xfrm>
            <a:off x="3334022" y="1115306"/>
            <a:ext cx="1618978" cy="227781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స్తుతి గానములతో నేను –</a:t>
            </a:r>
            <a:endParaRPr lang="en-IN" sz="839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దేవునీ స్తుతించెదనూ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జీవితమంతా ప్రభు కొరకై</a:t>
            </a:r>
            <a:r>
              <a:rPr lang="en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</a:t>
            </a:r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-</a:t>
            </a:r>
            <a:endParaRPr lang="en-IN" sz="839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నేయిల జీవించెదనూ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ప్రభూ కొరకై నిలచెదనూ</a:t>
            </a:r>
          </a:p>
          <a:p>
            <a:pPr algn="ctr"/>
            <a:endParaRPr lang="te-IN" sz="839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అది అంతము నీవే .... ఆధార భూతుడ నీవే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ప్రతి జీవిని ప్రేమించి పోషించు ప్రాణదాత నీవే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ప్రేమలో ... నీ నీడలో</a:t>
            </a:r>
            <a:r>
              <a:rPr lang="en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</a:t>
            </a:r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నిలుపుము</a:t>
            </a:r>
            <a:endParaRPr lang="en-IN" sz="839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నీకే స్తోత్రము</a:t>
            </a:r>
          </a:p>
          <a:p>
            <a:pPr algn="ctr"/>
            <a:endParaRPr lang="te-IN" sz="839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లోకమంత నీరాకకై</a:t>
            </a:r>
            <a:endParaRPr lang="en-IN" sz="839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వేచి యుండెను నా ప్రభూ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మేఘ వాహనంబు మీద</a:t>
            </a:r>
            <a:endParaRPr lang="en-IN" sz="839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మేటి దూత గణముల తోడా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వేవేగమే రానైయున్న రారాజా-</a:t>
            </a:r>
            <a:endParaRPr lang="en-IN" sz="839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నీకై స్తోత్రము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A91DD97-2F45-459B-B58B-E67033410700}"/>
              </a:ext>
            </a:extLst>
          </p:cNvPr>
          <p:cNvSpPr/>
          <p:nvPr/>
        </p:nvSpPr>
        <p:spPr>
          <a:xfrm>
            <a:off x="3334022" y="3391380"/>
            <a:ext cx="1618978" cy="227781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863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నేనున్న స్థితిలోనే సంతృప్తిని కలిగించు </a:t>
            </a:r>
          </a:p>
          <a:p>
            <a:pPr algn="ctr"/>
            <a:r>
              <a:rPr lang="te-IN" sz="863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ఏమున్న లేకున్న నీకొరకే బ్రతికించు (2)</a:t>
            </a:r>
          </a:p>
          <a:p>
            <a:pPr algn="ctr"/>
            <a:r>
              <a:rPr lang="te-IN" sz="863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కష్టాలు ఎదురైనా నా యాత్రను సాగించు </a:t>
            </a:r>
          </a:p>
          <a:p>
            <a:pPr algn="ctr"/>
            <a:r>
              <a:rPr lang="te-IN" sz="863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నష్టాలలోనైనా స్తుతిచేయుట నేర్పించు (2)</a:t>
            </a:r>
          </a:p>
          <a:p>
            <a:pPr algn="ctr"/>
            <a:endParaRPr lang="te-IN" sz="863" dirty="0">
              <a:solidFill>
                <a:srgbClr val="000000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63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లోకములో నీ కొరకు</a:t>
            </a:r>
            <a:endParaRPr lang="en-US" sz="863" dirty="0">
              <a:solidFill>
                <a:srgbClr val="000000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63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జ్యోతిగ నను వెలిగించు (2)</a:t>
            </a:r>
          </a:p>
          <a:p>
            <a:pPr algn="ctr"/>
            <a:r>
              <a:rPr lang="te-IN" sz="863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రెండవ రాకడవరకు</a:t>
            </a:r>
            <a:endParaRPr lang="en-US" sz="863" dirty="0">
              <a:solidFill>
                <a:srgbClr val="000000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63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విడువక నను నడిపించు (2)</a:t>
            </a:r>
          </a:p>
          <a:p>
            <a:pPr algn="ctr"/>
            <a:endParaRPr lang="te-IN" sz="863" dirty="0">
              <a:solidFill>
                <a:srgbClr val="000000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63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దినముల పరిమాణం</a:t>
            </a:r>
            <a:endParaRPr lang="en-US" sz="863" dirty="0">
              <a:solidFill>
                <a:srgbClr val="000000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63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లెక్కించుట నేర్పించు (2)</a:t>
            </a:r>
          </a:p>
          <a:p>
            <a:pPr algn="ctr"/>
            <a:r>
              <a:rPr lang="te-IN" sz="863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లోపల స్థిర హృదయం</a:t>
            </a:r>
          </a:p>
          <a:p>
            <a:pPr algn="ctr"/>
            <a:r>
              <a:rPr lang="te-IN" sz="863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నూతనముగ పుట్టించు (2)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055CCC-C265-417F-BC2F-ED69E16338ED}"/>
              </a:ext>
            </a:extLst>
          </p:cNvPr>
          <p:cNvSpPr/>
          <p:nvPr/>
        </p:nvSpPr>
        <p:spPr>
          <a:xfrm>
            <a:off x="4953000" y="1117045"/>
            <a:ext cx="1618978" cy="227781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హల్లెలూయా స్తుతించి పాడి కీర్తింతును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జీవము కంటే ఉత్తమమౌ నీ కృపను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యేసయ్యా........ 4 హల్లెలూయా........ 4</a:t>
            </a:r>
          </a:p>
          <a:p>
            <a:pPr algn="ctr"/>
            <a:endParaRPr lang="te-IN" sz="839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బంధువులు స్నేహితులు ఎంతో మందుండగా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ఎన్నో మారులు నేను ఒంటరినై యుంటిని -2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ఒంటరి తనంలో మంచి స్నేహితునిగా 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చెంత చేరినావే-చెలిమి పంచినావే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గుండెల నిండా నీవే - నిన్ను పాడని</a:t>
            </a:r>
          </a:p>
          <a:p>
            <a:pPr algn="ctr"/>
            <a:endParaRPr lang="te-IN" sz="839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జీవితంలో ఎండవానలు రాగా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పగలు చీకటిని నేను అనుభవింపగా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పగలు మేఘ స్థంబమై- రాత్రి అగ్ని స్థంబమై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ఆవరించి నావే- ఆదరించి నావే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కన్నీరు తుడచి నన్ను – ముద్దాడితివే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4B1B4E-F899-4AA1-B554-B078DFCD42B8}"/>
              </a:ext>
            </a:extLst>
          </p:cNvPr>
          <p:cNvSpPr/>
          <p:nvPr/>
        </p:nvSpPr>
        <p:spPr>
          <a:xfrm>
            <a:off x="4953000" y="3393119"/>
            <a:ext cx="1618978" cy="227781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210778">
              <a:defRPr/>
            </a:pP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స్తోత్రబలి స్తోత్రబలి – మంచిదేవా నీకేనయ్యా</a:t>
            </a:r>
            <a:b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శుభవేళ ఆనందమే – నా తండ్రి నీ చిరుపాదమే (2)</a:t>
            </a:r>
          </a:p>
          <a:p>
            <a:pPr algn="ctr" defTabSz="210778">
              <a:defRPr/>
            </a:pPr>
            <a:endParaRPr lang="te-IN" sz="767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210778">
              <a:defRPr/>
            </a:pP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నిన్నటి బాధలంతా నేటికి మాయమయ్యే (2)</a:t>
            </a:r>
            <a:b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నెమ్మది ఉదయించె అది శాశ్వతమైనదయ్యా (2)</a:t>
            </a:r>
            <a:b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కోటి కోటి స్తోత్రం డాడి (3)       </a:t>
            </a:r>
          </a:p>
          <a:p>
            <a:pPr algn="ctr" defTabSz="210778">
              <a:defRPr/>
            </a:pP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   </a:t>
            </a:r>
          </a:p>
          <a:p>
            <a:pPr algn="ctr" defTabSz="210778">
              <a:defRPr/>
            </a:pP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రేయంతా కాచితివి మరు దినమిచ్చితివి (2)</a:t>
            </a:r>
            <a:b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మరువని నా స్నేహమా నీతో కలసి సంతోషింతును (2)</a:t>
            </a:r>
            <a:b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కోటి కోటి స్తోత్రం డాడి (3)     </a:t>
            </a:r>
          </a:p>
          <a:p>
            <a:pPr algn="ctr" defTabSz="210778">
              <a:defRPr/>
            </a:pP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   </a:t>
            </a:r>
          </a:p>
          <a:p>
            <a:pPr algn="ctr" defTabSz="210778">
              <a:defRPr/>
            </a:pP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సేవ మార్గంలో ఉత్సాహం నొసగితివి (2)</a:t>
            </a:r>
            <a:b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ఉరికురికి పనిచేయ నాకు ఆరోగ్యమిచ్చితివి (2)</a:t>
            </a:r>
            <a:b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కోటి కోటి స్తోత్రం డాడి (3)   </a:t>
            </a:r>
          </a:p>
        </p:txBody>
      </p:sp>
    </p:spTree>
    <p:extLst>
      <p:ext uri="{BB962C8B-B14F-4D97-AF65-F5344CB8AC3E}">
        <p14:creationId xmlns:p14="http://schemas.microsoft.com/office/powerpoint/2010/main" val="15116616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2114CF1-1236-46D5-9846-2222D8891EB8}"/>
              </a:ext>
            </a:extLst>
          </p:cNvPr>
          <p:cNvSpPr/>
          <p:nvPr/>
        </p:nvSpPr>
        <p:spPr>
          <a:xfrm>
            <a:off x="0" y="0"/>
            <a:ext cx="2476800" cy="685799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దేవ నడిపించుమా</a:t>
            </a:r>
            <a:r>
              <a:rPr lang="en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-</a:t>
            </a: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అనుదినము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పరిశుద్ధాత్మతో నడిపించుమా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యేసయ్యా...... యేసయ్యా.......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యేసయ్యా....... హల్లెలూయా</a:t>
            </a:r>
          </a:p>
          <a:p>
            <a:pPr algn="ctr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పాటలతో నడిపించుమా - ప్రార్థనతో నడిపించుమా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వాక్యముతో నడిపించుమా-సాక్షముతో నడిపించుమా</a:t>
            </a:r>
          </a:p>
          <a:p>
            <a:pPr algn="ctr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కాపరియై నడిపించుమా –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ఊపిరి నీవై నడిపించుమా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యాజకుడావై నడిపించుమా – భోదకుడావై భోదించుమా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F71F7B4-8FFE-404C-A782-8BC26C9AA2C9}"/>
              </a:ext>
            </a:extLst>
          </p:cNvPr>
          <p:cNvSpPr/>
          <p:nvPr/>
        </p:nvSpPr>
        <p:spPr>
          <a:xfrm>
            <a:off x="2476200" y="3175"/>
            <a:ext cx="2476800" cy="685482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ఎంత మంచి దేవుడవయ్యా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ఎంత మంచి దేవుడవేసయ్యా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 చింతలన్ని తీరేనయ్యా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నిను చేరగా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ఎంత మంచి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దేవుడవేసయ్యా (2)</a:t>
            </a:r>
          </a:p>
          <a:p>
            <a:pPr algn="ctr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ఘోరపాపినైన నేనూ 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దూరంగా పారిపోగా (2)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ప్రేమతో నను క్షమియించి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నను హత్తుకొన్నావయ్యా (2</a:t>
            </a:r>
            <a:r>
              <a:rPr lang="en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)</a:t>
            </a:r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నాకున్న వారందరూ –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నను విడచిపోయిననూ (2)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ఎన్నెన్నో ఇబ్బందులకు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గురి చేసిననూ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నను నీవు</a:t>
            </a:r>
            <a:r>
              <a:rPr lang="en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</a:t>
            </a: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విడువలేదయ్యా 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5E28D2-6FF1-4F74-ABB1-904543A30A6F}"/>
              </a:ext>
            </a:extLst>
          </p:cNvPr>
          <p:cNvSpPr/>
          <p:nvPr/>
        </p:nvSpPr>
        <p:spPr>
          <a:xfrm>
            <a:off x="4953000" y="3174"/>
            <a:ext cx="2476800" cy="6854826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సన్నుతించెదను - దయాళుడవు నీవని</a:t>
            </a:r>
          </a:p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యెహోవా నీవే దయాళుడవని నిను సన్నుతించెదను - 2</a:t>
            </a:r>
          </a:p>
          <a:p>
            <a:pPr algn="ctr"/>
            <a:endParaRPr lang="te-IN" sz="19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సర్వ సత్యములో నను నీవు నడిపి ఆదరించిన –</a:t>
            </a:r>
          </a:p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పరిశుద్ధాత్ముడా</a:t>
            </a:r>
            <a:endParaRPr lang="en-IN" sz="19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కృపాధారము నీవెగా -</a:t>
            </a:r>
          </a:p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షాలేమురాజా నిను సన్మానించెదను</a:t>
            </a:r>
          </a:p>
          <a:p>
            <a:pPr algn="ctr"/>
            <a:endParaRPr lang="te-IN" sz="19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కను చూపుల పరిధిలోనన్ను నిలిపి</a:t>
            </a:r>
          </a:p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చూపితివా నీ వాత్సల్యమును</a:t>
            </a:r>
          </a:p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కృపానిధివి నీవెగా –</a:t>
            </a:r>
            <a:endParaRPr lang="en-IN" sz="19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యేసురాజా నిను సన్మానించెదను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B01980-9038-477C-BE98-7CF572519C28}"/>
              </a:ext>
            </a:extLst>
          </p:cNvPr>
          <p:cNvSpPr/>
          <p:nvPr/>
        </p:nvSpPr>
        <p:spPr>
          <a:xfrm>
            <a:off x="7429200" y="3174"/>
            <a:ext cx="2476800" cy="6854826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పరిశుద్ధుడవై –</a:t>
            </a:r>
            <a:endParaRPr lang="en-IN" sz="14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మహిమ ప్రభావములకు</a:t>
            </a:r>
            <a:endParaRPr lang="en-IN" sz="14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నీవే పాత్రుడవు</a:t>
            </a:r>
            <a:r>
              <a:rPr lang="en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</a:t>
            </a:r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బలవంతుడవై –</a:t>
            </a:r>
            <a:endParaRPr lang="en-IN" sz="14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దీనుల పక్షమై</a:t>
            </a:r>
            <a:endParaRPr lang="en-IN" sz="14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కృప చూపు వాడవు (2)</a:t>
            </a:r>
            <a:b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దయాళుడవై – ధారాళముగా </a:t>
            </a:r>
          </a:p>
          <a:p>
            <a:pPr algn="ctr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నను దీవించిన శ్రీమంతుడా</a:t>
            </a:r>
            <a:b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ఆరాధన నీకే నా యేసయ్యా</a:t>
            </a:r>
            <a:b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స్తుతి ఆరాధన నీకే</a:t>
            </a:r>
            <a:endParaRPr lang="en-IN" sz="14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యేసయ్యా (2)   </a:t>
            </a:r>
          </a:p>
          <a:p>
            <a:pPr algn="ctr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సేవించెద నిన్నే</a:t>
            </a:r>
            <a:endParaRPr lang="en-IN" sz="14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పూర్ణ హృదయముతో    </a:t>
            </a:r>
          </a:p>
          <a:p>
            <a:pPr algn="ctr"/>
            <a:endParaRPr lang="te-IN" sz="14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స్వాస్థ్యమైన నీ వారితో కలిసి</a:t>
            </a:r>
            <a:endParaRPr lang="en-IN" sz="14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నిను సేవించుటకు</a:t>
            </a:r>
            <a:b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మహిమ ప్రభావమును</a:t>
            </a:r>
            <a:endParaRPr lang="en-IN" sz="14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కిరీటముగా ధరింపజేసితివి (2)</a:t>
            </a:r>
            <a:b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శాశ్వత కాలము వరకు</a:t>
            </a:r>
            <a:endParaRPr lang="en-IN" sz="14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సంతతిపై దృష్టి నిలిపి</a:t>
            </a:r>
            <a:b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దాసుల ప్రార్ధనలు</a:t>
            </a:r>
            <a:endParaRPr lang="en-IN" sz="14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సఫలము చేసితివి</a:t>
            </a:r>
          </a:p>
          <a:p>
            <a:pPr algn="ctr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 </a:t>
            </a:r>
          </a:p>
          <a:p>
            <a:pPr algn="ctr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నిత్యమైన ఆదరణ చూపి</a:t>
            </a:r>
            <a:endParaRPr lang="en-IN" sz="14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నను స్థిరపరచుటకు</a:t>
            </a:r>
            <a:b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కరుణా కటాక్షమును</a:t>
            </a:r>
            <a:endParaRPr lang="en-IN" sz="14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నాపై కురిపించి నను ప్రేమించితివి (2)</a:t>
            </a:r>
            <a:b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నాకు ప్రయోజనము కలుగజేయుటకు</a:t>
            </a:r>
            <a:endParaRPr lang="en-IN" sz="14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ఉపదేశమును బోధించి</a:t>
            </a:r>
            <a:b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దాసుని ప్రాణమును</a:t>
            </a:r>
            <a:endParaRPr lang="en-IN" sz="14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సంతోషపరచితివి</a:t>
            </a:r>
          </a:p>
        </p:txBody>
      </p:sp>
    </p:spTree>
    <p:extLst>
      <p:ext uri="{BB962C8B-B14F-4D97-AF65-F5344CB8AC3E}">
        <p14:creationId xmlns:p14="http://schemas.microsoft.com/office/powerpoint/2010/main" val="28624097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5338</TotalTime>
  <Words>500</Words>
  <Application>Microsoft Office PowerPoint</Application>
  <PresentationFormat>A4 Paper (210x297 mm)</PresentationFormat>
  <Paragraphs>108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Ramabhadra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HP</dc:creator>
  <cp:lastModifiedBy>john</cp:lastModifiedBy>
  <cp:revision>330</cp:revision>
  <cp:lastPrinted>2023-01-08T02:54:40Z</cp:lastPrinted>
  <dcterms:created xsi:type="dcterms:W3CDTF">2022-02-17T17:00:55Z</dcterms:created>
  <dcterms:modified xsi:type="dcterms:W3CDTF">2024-07-12T06:29:55Z</dcterms:modified>
</cp:coreProperties>
</file>