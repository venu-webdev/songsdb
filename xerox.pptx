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79" d="100"/>
          <a:sy n="79" d="100"/>
        </p:scale>
        <p:origin x="33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17-05-2024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ప్రాణమా నా అంతరంగమా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నాలో వున్న నా సమస్తమా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యెహోవ చేసిన ఉపకారములలో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దేనిని మరువక కొనియాడుమా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ఆ.. ఆ… ఆ.. ఆ… ఆ.. ఆ…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దోషములన్నిటిని క్షమియించువాడు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పాపములన్ని పార ద్రోలువాడు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పరమ వైద్యుడు ప్రభు యేసుడు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పరిశుద్ధ నామమును సన్నుతించుమా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సమాధిలోనుండి నీ ప్రాణమును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విమోచించుచున్నాడు శ్రీయేసుడు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కరుణా కటాక్షములను నీకు కిరీటముగా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ధరియింపజేయును ప్రభు యేసుడు 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19813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యెహోవా నీ నామము ఎంతో బలమైనది</a:t>
            </a: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ఆ…ఆ…ఆ… ఎంతో బలమైనది</a:t>
            </a: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 నీ నామము ఎంతో ఘనమైనది</a:t>
            </a: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ఆ…ఆ…ఆ…  ఎంతో ఘనమైనది</a:t>
            </a:r>
          </a:p>
          <a:p>
            <a:pPr marL="0" lvl="1" algn="ctr"/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మోషే ప్రార్ధించగా</a:t>
            </a:r>
            <a:endParaRPr lang="en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మన్నాను కురిపించితివి (2)</a:t>
            </a: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యెహోషువా ప్రార్ధించగా</a:t>
            </a:r>
            <a:endParaRPr lang="en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సూర్యచంద్రుల నాపితివి (2</a:t>
            </a:r>
            <a:r>
              <a:rPr lang="en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)</a:t>
            </a:r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endParaRPr lang="te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ప్రజల పక్షముగా</a:t>
            </a:r>
            <a:endParaRPr lang="en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యుద్దములు చేసిన దేవా (2)</a:t>
            </a: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అగ్నిలో పడవేసినా</a:t>
            </a:r>
            <a:endParaRPr lang="en-IN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lvl="1" algn="ctr"/>
            <a:r>
              <a:rPr lang="te-IN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భయమేమి లేకుండిరి (2)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శాశ్వతమైన ప్రేమ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ఎడబాయని యేసు ప్రేమ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విడువక నాయెడ తన కృప చూపు ప్రేమ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నన్నాదరించు ప్రేమ - నన్నాదుకొన్న ప్రేమ</a:t>
            </a:r>
          </a:p>
          <a:p>
            <a:pPr algn="ctr"/>
            <a:endParaRPr lang="en-IN" sz="175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యుగములు మారినను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తరములు తరళినను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రాజ్యములే కంపించిన 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భూ రాష్ట్రములె అంతరించిన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మారని ప్రేమ అత్యంత ప్రేమ</a:t>
            </a:r>
            <a:endParaRPr lang="en-IN" sz="17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అవధులే లేని ప్రేమ</a:t>
            </a:r>
          </a:p>
          <a:p>
            <a:pPr algn="ctr"/>
            <a:endParaRPr lang="en-IN" sz="1750" dirty="0">
              <a:solidFill>
                <a:srgbClr val="000000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వారు వెలివేసినా</a:t>
            </a:r>
            <a:endParaRPr lang="en-IN" sz="175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నాకున్న వారే దూరమైన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తన బిడ్డను తల్లి మరచిన 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ఎన్నటికి మరువననిన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అరచేతిలో నన్ను చెక్కుకొన్న ప్రేమ</a:t>
            </a:r>
          </a:p>
          <a:p>
            <a:pPr algn="ctr"/>
            <a:r>
              <a:rPr lang="te-IN" sz="175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మరవని విడువని ప్రేమ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కృప నాకు చాలయ్యా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లేనిదే నే బ్రతుకలేనయ్యా</a:t>
            </a:r>
          </a:p>
          <a:p>
            <a:pPr algn="ctr" defTabSz="439781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 క్షణము – నీ దయ లేని క్షణము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నేనూహించలేను యేసయ్యా (2)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కృప నాకు చాలయ్యా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లేనిదే నేనుండలేనయ్యా (2) ||నీ కృప||</a:t>
            </a:r>
          </a:p>
          <a:p>
            <a:pPr algn="ctr" defTabSz="439781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మహిమను విడిచి మహిలోకి దిగి వచ్చి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మార్గముగా మారి మనిషిగా మార్చావు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మహిని నీవు మాధుర్యముగా మార్చి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మాదిరి చూపి మరో రూపమిచ్చావు (2)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మహిమలో నేను మహిమను పొంద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మహిమగా మార్చింది నీ కృప (2) ||యేసయ్యా||</a:t>
            </a:r>
          </a:p>
          <a:p>
            <a:pPr algn="ctr" defTabSz="439781"/>
            <a:endParaRPr lang="te-IN" sz="14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ఆజ్ఞల మార్గమున ఆశ్రయమును ఇచ్చి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ఆపత్కాలమున ఆదుకొన్నావు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ఆత్మీయులతో ఆనందింప చేసి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ఆనంద తైలముతో అభిషేకించావు (2)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 తీర ఆరాధన చేసే</a:t>
            </a:r>
          </a:p>
          <a:p>
            <a:pPr algn="ctr" defTabSz="439781"/>
            <a:r>
              <a:rPr lang="te-IN" sz="14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అదృష్టమిచ్చింది నీ కృప (2) ||యేసయ్యా||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5134</TotalTime>
  <Words>282</Words>
  <Application>Microsoft Office PowerPoint</Application>
  <PresentationFormat>A4 Paper (210x297 mm)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311</cp:revision>
  <cp:lastPrinted>2023-01-08T02:54:40Z</cp:lastPrinted>
  <dcterms:created xsi:type="dcterms:W3CDTF">2022-02-17T17:00:55Z</dcterms:created>
  <dcterms:modified xsi:type="dcterms:W3CDTF">2024-05-17T16:26:10Z</dcterms:modified>
</cp:coreProperties>
</file>