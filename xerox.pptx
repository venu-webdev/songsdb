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"/>
  </p:notesMasterIdLst>
  <p:handoutMasterIdLst>
    <p:handoutMasterId r:id="rId5"/>
  </p:handoutMasterIdLst>
  <p:sldIdLst>
    <p:sldId id="282" r:id="rId2"/>
    <p:sldId id="283" r:id="rId3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195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27-07-2024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3334022" y="1115306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గానములతో నేను –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దేవునీ స్తుతించెదనూ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జీవితమంతా ప్రభు కొరకై</a:t>
            </a:r>
            <a:r>
              <a:rPr lang="en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-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నేయిల జీవించెదనూ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ప్రభూ కొరకై నిలచెదనూ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అది అంతము నీవే .... ఆధార భూతుడ నీవే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 జీవిని ప్రేమించి పోషించు ప్రాణదాత నీవే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ప్రేమలో ... నీ నీడలో</a:t>
            </a:r>
            <a:r>
              <a:rPr lang="en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నిలుపుము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నీకే స్తోత్రము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లోకమంత నీరాకకై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వేచి యుండెను నా ప్రభూ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మేఘ వాహనంబు మీద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మేటి దూత గణముల తోడా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వేవేగమే రానైయున్న రారాజా-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నీకై స్తోత్రము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1DD97-2F45-459B-B58B-E67033410700}"/>
              </a:ext>
            </a:extLst>
          </p:cNvPr>
          <p:cNvSpPr/>
          <p:nvPr/>
        </p:nvSpPr>
        <p:spPr>
          <a:xfrm>
            <a:off x="3334022" y="3391380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నేనున్న స్థితిలోనే సంతృప్తిని కలిగించు 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ఏమున్న లేకున్న నీకొరకే బ్రతికించు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కష్టాలు ఎదురైనా నా యాత్రను సాగించు 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నష్టాలలోనైనా స్తుతిచేయుట నేర్పించు (2)</a:t>
            </a:r>
          </a:p>
          <a:p>
            <a:pPr algn="ctr"/>
            <a:endParaRPr lang="te-IN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లోకములో నీ కొరకు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జ్యోతిగ నను వెలిగించు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రెండవ రాకడవరకు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విడువక నను నడిపించు (2)</a:t>
            </a:r>
          </a:p>
          <a:p>
            <a:pPr algn="ctr"/>
            <a:endParaRPr lang="te-IN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దినముల పరిమాణం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లెక్కించుట నేర్పించు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లోపల స్థిర హృదయం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నూతనముగ పుట్టించు (2)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055CCC-C265-417F-BC2F-ED69E16338ED}"/>
              </a:ext>
            </a:extLst>
          </p:cNvPr>
          <p:cNvSpPr/>
          <p:nvPr/>
        </p:nvSpPr>
        <p:spPr>
          <a:xfrm>
            <a:off x="4953000" y="1117045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స్తుతించి పాడి కీర్తింతును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జీవము కంటే ఉత్తమమౌ నీ కృపను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యేసయ్యా........ 4 హల్లెలూయా........ 4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బంధువులు స్నేహితులు ఎంతో మందుండగా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ఎన్నో మారులు నేను ఒంటరినై యుంటిని -2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ఒంటరి తనంలో మంచి స్నేహితునిగా 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చెంత చేరినావే-చెలిమి పంచినావే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గుండెల నిండా నీవే - నిన్ను పాడని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జీవితంలో ఎండవానలు రాగా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చీకటిని నేను అనుభవింపగా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మేఘ స్థంబమై- రాత్రి అగ్ని స్థంబమై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ఆవరించి నావే- ఆదరించి నావే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కన్నీరు తుడచి నన్ను – ముద్దాడితివే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4953000" y="3393119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స్తోత్రబలి స్తోత్రబలి – మంచిదేవా నీకేనయ్యా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శుభవేళ ఆనందమే – నా తండ్రి నీ చిరుపాదమే (2)</a:t>
            </a:r>
          </a:p>
          <a:p>
            <a:pPr algn="ctr" defTabSz="210778">
              <a:defRPr/>
            </a:pPr>
            <a:endParaRPr lang="te-IN" sz="767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నిన్నటి బాధలంతా నేటికి మాయమయ్యే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నెమ్మది ఉదయించె అది శాశ్వతమైనదయ్యా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  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రేయంతా కాచితివి మరు దినమిచ్చితివి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మరువని నా స్నేహమా నీతో కలసి సంతోషింతును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సేవ మార్గంలో ఉత్సాహం నొసగితివి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ఉరికురికి పనిచేయ నాకు ఆరోగ్యమిచ్చితివి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4952400" y="1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అత్యున్నత సింహాసనముపై ఆసీనుడా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 దూతలు ఆరాధించు పరిశుద్ధుడా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నా నిలువెల్ల నిండియున్నావు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మనసార నీ సన్నిధిలో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సాగిలపడి నమస్కారము చేసేదా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సాగిలపడి నమస్కారము చేసేదా (2)</a:t>
            </a:r>
          </a:p>
          <a:p>
            <a:pPr algn="ctr"/>
            <a:endParaRPr lang="te-IN" sz="168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 వసంతము</a:t>
            </a:r>
            <a:endParaRPr lang="en-IN" sz="168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దయా కిరీటమే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ప్రకృతి కలలన్నియు</a:t>
            </a:r>
            <a:endParaRPr lang="en-IN" sz="168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మహిమను వివరించునే (2)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ప్రభువా నిన్నే ఆరాధించెద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కృతజ్ఞాతార్పణలతో – కృతజ్ఞాతార్పణలతో (2)</a:t>
            </a:r>
          </a:p>
          <a:p>
            <a:pPr algn="ctr"/>
            <a:endParaRPr lang="te-IN" sz="168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పరిమలించునే</a:t>
            </a:r>
            <a:endParaRPr lang="en-IN" sz="168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సాక్ష్య జీవితమే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పరిశుద్ధాత్ముడు నన్ను నడిపించుచున్నందునే (2)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పరిశుద్ధాత్మలో ఆనందించెద</a:t>
            </a: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హర్ష ధ్వనులతో –</a:t>
            </a:r>
            <a:endParaRPr lang="en-IN" sz="168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8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హర్ష ధ్వనులతో (2)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నేనెందుకని నీ సొత్తుగా మారితిని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రక్తముచే… కడుగబడినందున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అనాది ప్రణాళికలో… హర్షించెను నా హృదయసీమ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పరిచర్యను తుదముట్టించుటే…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నియమమాయెనే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సన్నిధిలో నీ పోందుకోరి… నీ స్నేహితుడనైతినే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అహా..! నాధన్యత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ఓహో…! నాభాగ్యము…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ఏమని వివరింతును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శ్రమలలో పాలొందుటయే… నా దర్శనమాయెనే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తనువందున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శ్రమలు సహించి…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వారసుడనైతినే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అహా..! నాధన్యత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ఓహో…! నాభాగ్యము… ఏమని వివరింతును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-1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శృతిచేసి నే పాడనా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 గీతం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భజియించి నే పొగడనా స్వామీ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శృతిచేసి నే పాడనా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 గీతం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హల్లేలూయా హల్లేలూయా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హల్లెలూయ హల్లెలూయ హల్లేలుయా (2)    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దానియేలును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సింహపు బోనులో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కాపాడినది నీవెకదా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జలప్రళయములో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నోవాహును గాచిన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బలవంతుడవు నీవెకదా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నీవెకదా (3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సమరయ స్త్రీని కరుణతో బ్రోచిన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సత్య హితుడవు నీవెకదా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పాపులకొరకై ప్రాణమునిచ్చిన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కరుణామయుడవు నీవెకదా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నీవెకదా (3)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నీతోనే ఉండుటయే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 వాంచయ్యా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చిత్తం నెరవేర్చుటయే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హృదయ తపనయ్యా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నిన్నే కదా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ముందు నిలిపేను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కరుణయు కృపయు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నిరంతర శాంతి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వినయము ఉన్నవాడా(2)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జీవితం..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నశియింపక..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కాపాడువాడా...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కాపరి...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కొరకు 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అన్నియు చేయువాడా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చేసి ముగించువాడా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బరువు.. నా బాధ్యత..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పాద చెంత...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నుంచితివి... (2)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5384</TotalTime>
  <Words>549</Words>
  <Application>Microsoft Office PowerPoint</Application>
  <PresentationFormat>A4 Paper (210x297 mm)</PresentationFormat>
  <Paragraphs>120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336</cp:revision>
  <cp:lastPrinted>2023-01-08T02:54:40Z</cp:lastPrinted>
  <dcterms:created xsi:type="dcterms:W3CDTF">2022-02-17T17:00:55Z</dcterms:created>
  <dcterms:modified xsi:type="dcterms:W3CDTF">2024-07-27T05:44:51Z</dcterms:modified>
</cp:coreProperties>
</file>