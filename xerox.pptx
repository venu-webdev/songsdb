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handoutMasterIdLst>
    <p:handoutMasterId r:id="rId4"/>
  </p:handoutMasterIdLst>
  <p:sldIdLst>
    <p:sldId id="283" r:id="rId2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5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20-08-2024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4952400" y="1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7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నాదు రక్షక నీ మనసే ఉత్తమం </a:t>
            </a:r>
          </a:p>
          <a:p>
            <a:pPr algn="ctr" defTabSz="439781"/>
            <a:r>
              <a:rPr lang="te-IN" sz="17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దినదినము నీతోనే వసియింతును</a:t>
            </a:r>
          </a:p>
          <a:p>
            <a:pPr algn="ctr" defTabSz="439781"/>
            <a:r>
              <a:rPr lang="te-IN" sz="17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నేనేది పలికినను ఏమి చేసినను</a:t>
            </a:r>
          </a:p>
          <a:p>
            <a:pPr algn="ctr" defTabSz="439781"/>
            <a:r>
              <a:rPr lang="te-IN" sz="17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నీ ప్రేమనే కనుపరుతును</a:t>
            </a:r>
          </a:p>
          <a:p>
            <a:pPr algn="ctr" defTabSz="439781"/>
            <a:r>
              <a:rPr lang="te-IN" sz="17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నీ శక్తినే కొనియాడేదను</a:t>
            </a:r>
          </a:p>
          <a:p>
            <a:pPr algn="ctr" defTabSz="439781"/>
            <a:endParaRPr lang="te-IN" sz="17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హృదిలో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వాక్యము నివసింపని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ప్రతిక్షణము ప్రతిదినము ధ్యానింతును 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లోకము నను విడచిన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 విడువలేదు    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 నాకు జయము జయము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శక్తితోనే</a:t>
            </a:r>
          </a:p>
          <a:p>
            <a:pPr algn="ctr" defTabSz="439781"/>
            <a:endParaRPr lang="te-IN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తండ్రి నా విభుడా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పాలించుమా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ఆదరణ నా హ్రుదిలోనా నింపుమయా 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మనుజులు నను మరిచిన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 మరువలేదు 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నాకు జయము జయము</a:t>
            </a:r>
          </a:p>
          <a:p>
            <a:pPr algn="ctr" defTabSz="439781"/>
            <a:r>
              <a:rPr lang="te-IN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ప్రేమతోనే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పాడెద నేనొక నూతన గీతం - పాడెద మనసారా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నామమే గాక వేరొక నామము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లేదాయే (2)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కలుషితమైన నదియై నేను - కడలియైన నీలో (2)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కలిసిపోతినే కలువరి దారిలో కనబడదే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ఇక పాపాలరాశి (2)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పోరు తరగని సిగ సెగలన్నియు – 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అణచె కృపాతిశయము (2)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కొదువైన నా హృదయములోన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పొంగెనే అభిషేకతైలం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-1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స్తోత్రము చెల్లించెదము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మన యేసుకే స్తోత్రము చెల్లించెదము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మంచివాడు గొప్పవాడు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మన దేవుడు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వాక్యమునిచ్చు దేవుడు (2)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యెరికో మనకు ముందు వచ్చినా క్రీస్తు యేసు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ముందే నిలుచును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భయపడకు దిగులు పడకు, ప్రార్ధించి స్తుతియించుము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గొల్యాత్ మనకు ఎదురు వచ్చినా క్రీస్తుయేసు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ముందే నిలుచును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హల్లేలూయా-హల్లేలూయా జయమని పాడెదమూ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నీవుంటే నాకు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చాలు యేసయ్యా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నీవెంటే నేను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ఉంటానేసయ్యా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మాట చాలయ్యా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చూపు చాలయ్యా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తోడు చాలయ్యా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నీడ చాలయ్యా 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ఎన్ని బాధలున్ననూ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ఇబ్బందులైననూ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ఎంత కష్టమొచ్చినా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నిష్టూరమైననూ 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బ్రతుకు నావ పగిలినా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కడలి పాలైననూ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అలలు ముంచి వేసినా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ఆశలు అనగారినా 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ఆస్తులన్నీ పోయినా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అనాథగా మిగిలినా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ఆప్తులే విడనాడినా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ఆరోగ్యం క్షీణించినా (2) </a:t>
            </a: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5473</TotalTime>
  <Words>213</Words>
  <Application>Microsoft Office PowerPoint</Application>
  <PresentationFormat>A4 Paper (210x297 mm)</PresentationFormat>
  <Paragraphs>69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Venu Yalapala</cp:lastModifiedBy>
  <cp:revision>345</cp:revision>
  <cp:lastPrinted>2023-01-08T02:54:40Z</cp:lastPrinted>
  <dcterms:created xsi:type="dcterms:W3CDTF">2022-02-17T17:00:55Z</dcterms:created>
  <dcterms:modified xsi:type="dcterms:W3CDTF">2024-08-20T13:30:37Z</dcterms:modified>
</cp:coreProperties>
</file>