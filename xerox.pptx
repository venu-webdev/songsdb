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5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24-08-2024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నాదు రక్షక నీ మనసే ఉత్తమం 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దినదినము నీతోనే వసియింతును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నేనేది పలికినను ఏమి చేసినను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నీ ప్రేమనే కనుపరుతును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నీ శక్తినే కొనియాడేదను</a:t>
            </a:r>
          </a:p>
          <a:p>
            <a:pPr algn="ctr" defTabSz="439781"/>
            <a:endParaRPr lang="te-IN" sz="17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హృదిలో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వాక్యము నివసింపని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ప్రతిక్షణము ప్రతిదినము ధ్యానింతును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 నను విడచిన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విడువలేదు   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నాకు జయము జయము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శక్తితోనే</a:t>
            </a:r>
          </a:p>
          <a:p>
            <a:pPr algn="ctr" defTabSz="439781"/>
            <a:endParaRPr lang="te-IN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తండ్రి నా విభుడా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పాలించుమా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ఆదరణ నా హృదిలోనా నింపుమయా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మనుజులు నను మరిచిన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మరువలేదు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నాకు జయము జయము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ప్రేమతోనే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పాడెద నేనొక నూతన గీతం - పాడెద మనసారా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నామమే గాక వేరొక నామము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లేదాయే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కలుషితమైన నదియై నేను - కడలియైన నీలో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కలిసిపోతినే కలువరి దారిలో కనబడదే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ఇక పాపాలరాశి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పోరు తరగని సిగ సెగలన్నియు – 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అణచె కృపాతిశయము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కొదువైన నా హృదయములోన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పొంగెనే అభిషేకతైలం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చెల్లించెదము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యేసుకే స్తోత్రము చెల్లించెదము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మంచివాడు గొప్పవాడు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దేవుడు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వాక్యమునిచ్చు దేవుడు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యెరికో మనకు ముందు వచ్చినా క్రీస్తు యేసు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ముందే నిలుచును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భయపడకు దిగులు పడకు, ప్రార్ధించి స్తుతియించుము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గోలియాతు మనకు ఎదురు వచ్చినా క్రీస్తుయేసు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ముందే నిలుచును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హల్లేలూయా-హల్లేలూయా జయమని పాడెదమూ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నీవుంటే నాకు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నీవెంటే నేను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ఉంటానేసయ్యా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మాట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చూపు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తోడు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నీడ చాలయ్యా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బాధలున్ననూ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ఇబ్బందులైననూ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కష్టమొచ్చినా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నిష్టూరమైననూ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బ్రతుకు నావ పగిలినా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కడలి పాలైననూ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అలలు ముంచి వేసినా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ఆశలు అనగారినా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ఆస్తులన్నీ పోయినా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అనాథగా మిగిలినా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ఆప్తులే విడనాడినా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ఆరోగ్యం క్షీణించినా (2) 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5478</TotalTime>
  <Words>213</Words>
  <Application>Microsoft Office PowerPoint</Application>
  <PresentationFormat>A4 Paper (210x297 mm)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347</cp:revision>
  <cp:lastPrinted>2023-01-08T02:54:40Z</cp:lastPrinted>
  <dcterms:created xsi:type="dcterms:W3CDTF">2022-02-17T17:00:55Z</dcterms:created>
  <dcterms:modified xsi:type="dcterms:W3CDTF">2024-08-24T14:28:38Z</dcterms:modified>
</cp:coreProperties>
</file>