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>
        <p:scale>
          <a:sx n="100" d="100"/>
          <a:sy n="100" d="100"/>
        </p:scale>
        <p:origin x="29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27-03-2024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80159" y="4876800"/>
            <a:ext cx="3377869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నమ్మకమైన దేవుడవైన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 చాలు యేసయ్యా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నేనేమైయున్నా ఏ స్థితిలో ఉన్నా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ఇంకేమి కోరుకోనయ్యా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ఆప్తులైన వారే హాని చేయచూసినా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మిత్రులే నిలువకుండినా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న్యాయము తీర్చే నీవు నాకుంటే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చాలు యేసయ్యా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20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జ్ఞానమంత చూపి శక్తి ధారపోసినా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నష్టమే మిగులుచుండినా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శాపము బాపే నీవు నాకుంటే (2)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20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చాలు యేసయ్యా (2)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58027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సిలువలో ఆ సిలువలో - ఆ ఘోర కల్వరిలో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తులువల - మధ్యలో వ్రేలాడిన యేసయ్యా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వెలియైన యేసయ్యా - బలియైన యేసయ్యా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నిలువెల్ల నలిగితివా - నీవెంతో అలసితివా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నేరం చేయని నీవు - ఈ ఘోరపాపి కొరకు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భారమైన సిలువ - మోయలేక మోసావు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కొరడాలు చెళ్ళిని చీల్చెనే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సుందర దేహమునే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తడిపెను నీ తనువును - రుధిరంపు ధారలు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వధకు సిద్దమైన - గొర్రెపిల్ల వోలె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మోమున ఉమ్మివేయ -మౌనివైనావే (2)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దూషించి అపహసించి - హింసించిరా నిన్ను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ఊహకు అందదు నీ త్యాగ యేసయ్యా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80160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సన్నుతించెదను - దయాళుడవు నీవని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యెహోవా నీవే దయాళుడవని నిను సన్నుతించెదను - 2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సర్వ సత్యములో నను నీవు నడిపి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ఆదరించిన పరిశుద్ధాత్ముడా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కృపాధారము నీవెగా</a:t>
            </a:r>
            <a:r>
              <a:rPr lang="te-IN" dirty="0">
                <a:solidFill>
                  <a:srgbClr val="000000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షాలేమురాజా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నిను సన్మానించెదను</a:t>
            </a:r>
          </a:p>
          <a:p>
            <a:pPr algn="ctr"/>
            <a:endParaRPr lang="te-IN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కను చూపుల పరిధిలోనన్ను నిలిపి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చూపితివా నీ వాత్సల్యమును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కృపానిధివి నీవెగా</a:t>
            </a:r>
          </a:p>
          <a:p>
            <a:pPr algn="ctr"/>
            <a:r>
              <a:rPr lang="te-IN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యేసురాజా నిను సన్మానించెదను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58028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నేనెల్లప్పుడు యెహోవను సన్నుతించెదన్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నిత్యము ఆయన కీర్తి నా నోట నుండున్ (2)</a:t>
            </a:r>
          </a:p>
          <a:p>
            <a:pPr algn="ctr" defTabSz="439781"/>
            <a:endParaRPr lang="te-IN" sz="15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అంతా నా మేలుకే – ఆరాధన యేసుకే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అంతా నా మంచికే –తన చిత్తమునకు తల వంచితే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తన చిత్తమునకు తల వంచితే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ఆరాధన ఆపను – స్తుతియించుట మానను (2)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స్తుతియించుట మానను</a:t>
            </a:r>
          </a:p>
          <a:p>
            <a:pPr algn="ctr" defTabSz="439781"/>
            <a:endParaRPr lang="te-IN" sz="15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కన్నీళ్లే పానములైనా – కఠిన దుఃఖ బాధలైనా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స్థితి గతులే మారినా – అవకాశం చేజారినా (2)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మారదు యేసు ప్రేమ – నిత్యుడైన తండ్రి ప్రేమ (2)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మారదు యేసు ప్రేమ – నిత్యుడైన తండ్రి ప్రేమ (2)</a:t>
            </a:r>
          </a:p>
          <a:p>
            <a:pPr algn="ctr" defTabSz="439781"/>
            <a:endParaRPr lang="te-IN" sz="15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ఆస్తులన్ని కోల్పోయినా – కన్నవారే కనుమరుగైనా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ఊపిరి భరువైనా – గుండెలే పగిలినా (2)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యెహోవా ఇచ్చెను – యెహోవా తీసుకొనెను (2)</a:t>
            </a:r>
          </a:p>
          <a:p>
            <a:pPr algn="ctr" defTabSz="439781"/>
            <a:r>
              <a:rPr lang="te-IN" sz="15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ఆయన నామమునకే – స్తుతి కలుగు గాక (2)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4656</TotalTime>
  <Words>280</Words>
  <Application>Microsoft Office PowerPoint</Application>
  <PresentationFormat>A4 Paper (210x297 mm)</PresentationFormat>
  <Paragraphs>59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288</cp:revision>
  <cp:lastPrinted>2023-01-08T02:54:40Z</cp:lastPrinted>
  <dcterms:created xsi:type="dcterms:W3CDTF">2022-02-17T17:00:55Z</dcterms:created>
  <dcterms:modified xsi:type="dcterms:W3CDTF">2024-03-27T16:47:59Z</dcterms:modified>
</cp:coreProperties>
</file>