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3"/>
  </p:notesMasterIdLst>
  <p:handoutMasterIdLst>
    <p:handoutMasterId r:id="rId4"/>
  </p:handoutMasterIdLst>
  <p:sldIdLst>
    <p:sldId id="283" r:id="rId2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Untitled Section" id="{A9D60E13-7795-4B21-B9EC-5BF21E65AAC1}">
          <p14:sldIdLst>
            <p14:sldId id="283"/>
          </p14:sldIdLst>
        </p14:section>
        <p14:section name="Untitled Section" id="{A6F8D81D-7D40-4647-AE92-8344CF040961}">
          <p14:sldIdLst/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0867" autoAdjust="0"/>
    <p:restoredTop sz="94660"/>
  </p:normalViewPr>
  <p:slideViewPr>
    <p:cSldViewPr snapToGrid="0">
      <p:cViewPr>
        <p:scale>
          <a:sx n="75" d="100"/>
          <a:sy n="75" d="100"/>
        </p:scale>
        <p:origin x="3450" y="24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ableStyles" Target="tableStyles.xml"/><Relationship Id="rId3" Type="http://schemas.openxmlformats.org/officeDocument/2006/relationships/notesMaster" Target="notesMasters/notesMaster1.xml"/><Relationship Id="rId7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handoutMaster" Target="handoutMasters/handoutMaster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AF629B06-402F-25A0-ECC5-AAF53FBA1C66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D894C21-B19B-9A8F-7D55-4D5E48ABF05A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502DD63-DF8D-4AB8-92A0-0ECCF612C06C}" type="datetimeFigureOut">
              <a:rPr lang="en-IN" smtClean="0"/>
              <a:t>02-02-2024</a:t>
            </a:fld>
            <a:endParaRPr lang="en-IN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FCE9E8C4-4D87-7AAE-E858-09C9EA7D7C3C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7278D13-9132-D6A5-31BB-49A5B842590B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00A5AB3-3181-414C-A396-815CB8534F35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319500451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E741EC-1360-4793-999B-941E0396C9FA}" type="datetimeFigureOut">
              <a:rPr lang="en-IN" smtClean="0"/>
              <a:t>02-02-2024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3013"/>
            <a:ext cx="2324100" cy="3357562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786313"/>
            <a:ext cx="5486400" cy="3916362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9447213"/>
            <a:ext cx="2971800" cy="49847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92A7058D-57DC-42D6-BEC9-04F9B3DC93E4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443420452"/>
      </p:ext>
    </p:extLst>
  </p:cSld>
  <p:clrMap bg1="lt1" tx1="dk1" bg2="lt2" tx2="dk2" accent1="accent1" accent2="accent2" accent3="accent3" accent4="accent4" accent5="accent5" accent6="accent6" hlink="hlink" folHlink="folHlink"/>
  <p:hf sldNum="0"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02-02-2024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42123232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02-02-2024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023663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02-02-2024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1583120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02-02-2024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10808849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02-02-2024</a:t>
            </a:fld>
            <a:endParaRPr lang="en-IN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23598966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02-02-2024</a:t>
            </a:fld>
            <a:endParaRPr lang="en-IN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43771645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02-02-2024</a:t>
            </a:fld>
            <a:endParaRPr lang="en-IN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39648303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02-02-2024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96524492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02-02-2024</a:t>
            </a:fld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00074294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02-02-2024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289425984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6FBD32F-FCAD-481A-B7D8-4D813FB7DB24}" type="datetimeFigureOut">
              <a:rPr lang="en-IN" smtClean="0"/>
              <a:t>02-02-2024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6587982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6FBD32F-FCAD-481A-B7D8-4D813FB7DB24}" type="datetimeFigureOut">
              <a:rPr lang="en-IN" smtClean="0"/>
              <a:t>02-02-2024</a:t>
            </a:fld>
            <a:endParaRPr lang="en-IN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IN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0DD060F-F487-4243-B24F-235642FCD96C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75011185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4">
            <a:extLst>
              <a:ext uri="{FF2B5EF4-FFF2-40B4-BE49-F238E27FC236}">
                <a16:creationId xmlns:a16="http://schemas.microsoft.com/office/drawing/2014/main" id="{954B1B4E-F899-4AA1-B554-B078DFCD42B8}"/>
              </a:ext>
            </a:extLst>
          </p:cNvPr>
          <p:cNvSpPr/>
          <p:nvPr/>
        </p:nvSpPr>
        <p:spPr>
          <a:xfrm>
            <a:off x="51132" y="125663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మహిమ ఘనతకు అర్హుడవు</a:t>
            </a:r>
            <a:b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నీవే నా దైవము</a:t>
            </a:r>
            <a:b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సృష్టికర్త ముక్తి దాత (2)</a:t>
            </a:r>
            <a:b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మా స్తుతులకు పాత్రుడా</a:t>
            </a:r>
            <a:b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ఆరాధనా నీకే ఆరాధనా నీకే</a:t>
            </a:r>
            <a:b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ఆరాధనా స్తుతి ఆరాధనా ఆరాధనా నీకే (2)</a:t>
            </a:r>
            <a:b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ఆరాధనా నీకే ఆరాధనా నీకే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7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మన్నాను కురిపించినావు</a:t>
            </a:r>
            <a:b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బండనుండి నీల్లిచ్చినావు (2)</a:t>
            </a:r>
            <a:b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యెహోవా ఈరే చూచుకొనును</a:t>
            </a:r>
            <a:b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సర్వము సమకూర్చును   </a:t>
            </a: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te-IN" sz="1700" i="0" u="none" strike="noStrike" kern="1200" cap="none" spc="0" normalizeH="0" baseline="0" noProof="0" dirty="0">
              <a:solidFill>
                <a:schemeClr val="tx1"/>
              </a:solidFill>
              <a:effectLst/>
              <a:uLnTx/>
              <a:uFillTx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lvl="0" indent="0" algn="ctr" defTabSz="439781" rtl="0" eaLnBrk="1" fontAlgn="auto" latinLnBrk="0" hangingPunct="1"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వ్యాధులను తొలగించినావు</a:t>
            </a:r>
            <a:b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మృతులను మరి లేపినావు (2)</a:t>
            </a:r>
            <a:b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యెహోవా రాఫా స్వస్థపరచును</a:t>
            </a:r>
            <a:b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kumimoji="0" lang="te-IN" sz="1700" i="0" u="none" strike="noStrike" kern="1200" cap="none" spc="0" normalizeH="0" baseline="0" noProof="0" dirty="0">
                <a:solidFill>
                  <a:schemeClr val="tx1"/>
                </a:solidFill>
                <a:effectLst/>
                <a:uLnTx/>
                <a:uFillTx/>
                <a:latin typeface="Ramabhadra" panose="02000600000000000000" pitchFamily="2" charset="0"/>
                <a:cs typeface="Ramabhadra" panose="02000600000000000000" pitchFamily="2" charset="0"/>
              </a:rPr>
              <a:t>నను స్వస్థపరచును</a:t>
            </a:r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B2765AB-2009-4D78-90CF-9192BE5415CE}"/>
              </a:ext>
            </a:extLst>
          </p:cNvPr>
          <p:cNvSpPr/>
          <p:nvPr/>
        </p:nvSpPr>
        <p:spPr>
          <a:xfrm>
            <a:off x="51132" y="4876800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శాశ్వతమైన ప్రేమ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నను ఎడబాయని యేసు ప్రేమ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విడువక నాయెడ తన కృప చూపు ప్రేమ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నన్నాదరించు ప్రేమ - నన్నాదుకొన్న ప్రేమ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17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యుగములు మారినను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తరములు తరళినను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రాజ్యములే కంపించిన 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భూ రాష్ట్రములె అంతరించిన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మారని ప్రేమ అత్యంత ప్రేమ అవధులే లేని ప్రేమ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endParaRPr lang="te-IN" sz="1700" b="0" i="0" dirty="0">
              <a:solidFill>
                <a:schemeClr val="tx1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 వారు వెలివేసినా నాకున్న వారే దూరమైన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తన బిడ్డను తల్లి మరచిన 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నను ఎన్నటికి మరువననిన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అరచేతిలో నన్ను చెక్కుకొన్న ప్రేమ</a:t>
            </a:r>
          </a:p>
          <a:p>
            <a:pPr marL="0" marR="0" indent="0" algn="ctr" rtl="0" eaLnBrk="1" fontAlgn="auto" latinLnBrk="0" hangingPunct="1">
              <a:spcBef>
                <a:spcPts val="0"/>
              </a:spcBef>
              <a:spcAft>
                <a:spcPts val="0"/>
              </a:spcAft>
            </a:pPr>
            <a:r>
              <a:rPr lang="te-IN" sz="1700" b="0" i="0" dirty="0">
                <a:solidFill>
                  <a:schemeClr val="tx1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 మరవని విడువని ప్రేమ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4D5AA086-62D7-4ABA-9178-F1303C2758F1}"/>
              </a:ext>
            </a:extLst>
          </p:cNvPr>
          <p:cNvSpPr/>
          <p:nvPr/>
        </p:nvSpPr>
        <p:spPr>
          <a:xfrm>
            <a:off x="3429000" y="4876800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 ప్రేమ ఎంతో అపారము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వర్ణింపతరమా నా ప్రభూ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పులకింప చేసెను నా హృది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హృదయేశ్వరా నా యేసువా</a:t>
            </a:r>
          </a:p>
          <a:p>
            <a:pPr algn="ctr"/>
            <a:endParaRPr lang="te-IN" sz="16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నన్ను ఎంతో ప్రేమించి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నాదు పాపమె క్షమియించి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కృప కనికరముల నీడలో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నన్ను చేర్చిన నా ప్రభూ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జీవితమంతా స్తుతియించినా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తీరునా నీ ఋణం</a:t>
            </a:r>
          </a:p>
          <a:p>
            <a:pPr algn="ctr"/>
            <a:endParaRPr lang="te-IN" sz="1600" b="0" i="0" dirty="0">
              <a:solidFill>
                <a:srgbClr val="000000"/>
              </a:solidFill>
              <a:effectLst/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నీదు సన్నిధిలో కాంక్షించి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పాప బ్రతుకే వీడితిని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నీదు జీవమె నిండుగ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నాలో నింపుము నా ప్రభు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జీవితమంతా నీ ప్రేమనూ</a:t>
            </a:r>
          </a:p>
          <a:p>
            <a:pPr algn="ctr"/>
            <a:r>
              <a:rPr lang="te-IN" sz="1600" b="0" i="0" dirty="0">
                <a:solidFill>
                  <a:srgbClr val="000000"/>
                </a:solidFill>
                <a:effectLst/>
                <a:latin typeface="Ramabhadra" panose="02000600000000000000" pitchFamily="2" charset="0"/>
                <a:cs typeface="Ramabhadra" panose="02000600000000000000" pitchFamily="2" charset="0"/>
              </a:rPr>
              <a:t>చాటుచు నుందును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id="{1E968DF1-7B8E-4A1C-81AF-6FA2F0D1F092}"/>
              </a:ext>
            </a:extLst>
          </p:cNvPr>
          <p:cNvSpPr/>
          <p:nvPr/>
        </p:nvSpPr>
        <p:spPr>
          <a:xfrm>
            <a:off x="3429000" y="125663"/>
            <a:ext cx="3377868" cy="4752474"/>
          </a:xfrm>
          <a:prstGeom prst="rect">
            <a:avLst/>
          </a:prstGeom>
          <a:solidFill>
            <a:schemeClr val="bg1"/>
          </a:solidFill>
          <a:ln w="28575">
            <a:solidFill>
              <a:schemeClr val="bg1">
                <a:lumMod val="8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భూమ్యాకాశములు సృజించిన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యేసయ్యా నీకే స్తోత్రం 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నీ ఆశ్ఛర్యమైన క్రియలు నేనెలా మరచిపోదును (2)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హల్లెలూయ లూయ హల్లెలూయా (4)</a:t>
            </a:r>
          </a:p>
          <a:p>
            <a:pPr algn="ctr" defTabSz="439781"/>
            <a:endParaRPr lang="te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బానిసత్వమునుండి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శ్రమల బారినుండి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విడిపించావు నన్ను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దీన దశలో నేనుండగా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నను విడువవైతివి (2)   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   </a:t>
            </a: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 జీవాహారమై నీదు వాక్యము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పోషించెను నన్ను</a:t>
            </a:r>
            <a:b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</a:br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ఆకలితో అల్లాడగా</a:t>
            </a:r>
            <a:endParaRPr lang="en-IN" dirty="0">
              <a:solidFill>
                <a:schemeClr val="tx1"/>
              </a:solidFill>
              <a:latin typeface="Ramabhadra" panose="02000600000000000000" pitchFamily="2" charset="0"/>
              <a:cs typeface="Ramabhadra" panose="02000600000000000000" pitchFamily="2" charset="0"/>
            </a:endParaRPr>
          </a:p>
          <a:p>
            <a:pPr algn="ctr" defTabSz="439781"/>
            <a:r>
              <a:rPr lang="te-IN" dirty="0">
                <a:solidFill>
                  <a:schemeClr val="tx1"/>
                </a:solidFill>
                <a:latin typeface="Ramabhadra" panose="02000600000000000000" pitchFamily="2" charset="0"/>
                <a:cs typeface="Ramabhadra" panose="02000600000000000000" pitchFamily="2" charset="0"/>
              </a:rPr>
              <a:t>నను తృప్తిపరచితివి (2)</a:t>
            </a:r>
          </a:p>
        </p:txBody>
      </p:sp>
    </p:spTree>
    <p:extLst>
      <p:ext uri="{BB962C8B-B14F-4D97-AF65-F5344CB8AC3E}">
        <p14:creationId xmlns:p14="http://schemas.microsoft.com/office/powerpoint/2010/main" val="260157773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4492</TotalTime>
  <Words>226</Words>
  <Application>Microsoft Office PowerPoint</Application>
  <PresentationFormat>A4 Paper (210x297 mm)</PresentationFormat>
  <Paragraphs>49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6" baseType="lpstr">
      <vt:lpstr>Arial</vt:lpstr>
      <vt:lpstr>Calibri</vt:lpstr>
      <vt:lpstr>Calibri Light</vt:lpstr>
      <vt:lpstr>Ramabhadra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HP</dc:creator>
  <cp:lastModifiedBy>john</cp:lastModifiedBy>
  <cp:revision>258</cp:revision>
  <cp:lastPrinted>2023-01-08T02:54:40Z</cp:lastPrinted>
  <dcterms:created xsi:type="dcterms:W3CDTF">2022-02-17T17:00:55Z</dcterms:created>
  <dcterms:modified xsi:type="dcterms:W3CDTF">2024-02-02T03:24:47Z</dcterms:modified>
</cp:coreProperties>
</file>