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2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2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66" d="100"/>
          <a:sy n="66" d="100"/>
        </p:scale>
        <p:origin x="235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13-01-2024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3429000" y="4878137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పాడెద స్తుతి గానము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కొనియాడెద నీ నామము(2)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నీవే నా ప్రేమానురాగం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క్షణమైనా విడువని స్నేహం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అతి శ్రేష్టుడా నా యేసయ్య(2)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6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ఇల నాకెవ్వరు లేరనుకొనగా నా దరి చేరితివే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నే నమ్మినవారే నను మరచినను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మరువని దేవుడవు(2)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ఆశలే నాలో చిగురించెను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వాక్యమే నన్ను బ్రతికించెను(2)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అనుబంధము నాకు ఆనందమే(2)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6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ప్రతి అణువును పరిశుద్ధపరిచెను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రుధిర ధారలే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దర్శనమే నను నిలిపినది ధరణిలో నీ కొరకే(2)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చేతులే నను నిర్మించెను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రూపమే నాలో కలిగెను(2)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అభిషేకము పరమానందమే(2)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51132" y="125663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 కృప నీ కృప</a:t>
            </a:r>
            <a:b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 కృప క్రీస్తు కృప (2)</a:t>
            </a:r>
            <a:b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నేనైతే నీ కృపయందు</a:t>
            </a:r>
            <a:b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నమ్మికయుంచి యున్నాను</a:t>
            </a:r>
            <a:b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నమ్మికయుంచి యున్నాను (2)     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 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కృపను గూర్చి న్యాయము గూర్చి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నేను పాడెదను</a:t>
            </a:r>
            <a:b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సన్నిధిలో నిర్దోషముతో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నేను నడచెదను (2)</a:t>
            </a:r>
            <a:b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కృపయే నాకు ఆధారం</a:t>
            </a:r>
            <a:b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    ఆ కృపయే నాకు ఆదరణ (2)       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దీన దశలో నేన్నునప్పుడు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మరువనిది నీ కృప</a:t>
            </a:r>
            <a:b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నేనీ స్థితిలో ఉన్నానంటే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కేవలము అది నీ కృప (2)</a:t>
            </a:r>
            <a:b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కృపయే నాకు ఆధారం</a:t>
            </a:r>
            <a:b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    ఆ కృపయే నాకు ఆదరణ (2)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3429000" y="125663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నీవుంటే నాకు చాలు యేసయ్యా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నీవెంటే నేను ఉంటానేసయ్యా (2)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మాట చాలయ్యా నీ చూపు చాలయ్యా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తోడు చాలయ్యా నీ నీడ చాలయ్యా (2)</a:t>
            </a:r>
          </a:p>
          <a:p>
            <a:pPr algn="ctr"/>
            <a:endParaRPr lang="te-IN" sz="175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ఎన్ని బాధలున్ననూ ఇబ్బందులైననూ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ఎంత కష్టమొచ్చినా నిష్టూరమైననూ (2)</a:t>
            </a:r>
          </a:p>
          <a:p>
            <a:pPr algn="ctr"/>
            <a:endParaRPr lang="te-IN" sz="175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బ్రతుకు నావ పగిలినా కడలి పాలైననూ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అలలు ముంచి వేసినా ఆశలు అనగారినా (2) </a:t>
            </a:r>
          </a:p>
          <a:p>
            <a:pPr algn="ctr"/>
            <a:endParaRPr lang="te-IN" sz="1750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ఆస్తులన్నీ పోయినా అనాథగా మిగిలినా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ఆప్తులే విడనాడినా ఆరోగ్యం క్షీణించినా (2)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51132" y="4878137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నా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హృదయ స్పందన నీవే కదా (2)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విశ్వమంతా నీ నామము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ఘణనీయము (2)</a:t>
            </a:r>
          </a:p>
          <a:p>
            <a:pPr algn="ctr" defTabSz="439781"/>
            <a:endParaRPr lang="te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నీవు కనిపించని రోజున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ఒక క్షణమొక యుగముగా మారెనే (2)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నీవు నడిపించిన రోజున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యుగయుగాల తలపు మది నిండెనే (2)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యుగయుగాల తలపు మది నిండెనే</a:t>
            </a:r>
          </a:p>
          <a:p>
            <a:pPr algn="ctr" defTabSz="439781"/>
            <a:endParaRPr lang="te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నీవు మాట్లాడని రోజున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కనులకు నిద్దుర కరువాయెనే (2)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నీవు పెదవిప్పిన రోజున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 పచ్చిక బయలాయెనే (2)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 పచ్చిక బయలాయెనే</a:t>
            </a:r>
          </a:p>
        </p:txBody>
      </p:sp>
    </p:spTree>
    <p:extLst>
      <p:ext uri="{BB962C8B-B14F-4D97-AF65-F5344CB8AC3E}">
        <p14:creationId xmlns:p14="http://schemas.microsoft.com/office/powerpoint/2010/main" val="1511661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4456</TotalTime>
  <Words>301</Words>
  <Application>Microsoft Office PowerPoint</Application>
  <PresentationFormat>A4 Paper (210x297 mm)</PresentationFormat>
  <Paragraphs>57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248</cp:revision>
  <cp:lastPrinted>2023-01-08T02:54:40Z</cp:lastPrinted>
  <dcterms:created xsi:type="dcterms:W3CDTF">2022-02-17T17:00:55Z</dcterms:created>
  <dcterms:modified xsi:type="dcterms:W3CDTF">2024-01-13T15:48:34Z</dcterms:modified>
</cp:coreProperties>
</file>