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"/>
  </p:notesMasterIdLst>
  <p:handoutMasterIdLst>
    <p:handoutMasterId r:id="rId4"/>
  </p:handoutMasterIdLst>
  <p:sldIdLst>
    <p:sldId id="283" r:id="rId2"/>
  </p:sldIdLst>
  <p:sldSz cx="9906000" cy="6858000" type="A4"/>
  <p:notesSz cx="6797675" cy="98726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3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 varScale="1">
        <p:scale>
          <a:sx n="79" d="100"/>
          <a:sy n="79" d="100"/>
        </p:scale>
        <p:origin x="130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3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07-09-2024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3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07-09-2024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1233488"/>
            <a:ext cx="4813300" cy="3333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08" tIns="45354" rIns="90708" bIns="45354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51170"/>
            <a:ext cx="5438140" cy="3887607"/>
          </a:xfrm>
          <a:prstGeom prst="rect">
            <a:avLst/>
          </a:prstGeom>
        </p:spPr>
        <p:txBody>
          <a:bodyPr vert="horz" lIns="90708" tIns="45354" rIns="90708" bIns="4535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1pPr>
    <a:lvl2pPr marL="278526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2pPr>
    <a:lvl3pPr marL="557052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3pPr>
    <a:lvl4pPr marL="835579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4pPr>
    <a:lvl5pPr marL="1114105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5pPr>
    <a:lvl6pPr marL="1392631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6pPr>
    <a:lvl7pPr marL="1671157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7pPr>
    <a:lvl8pPr marL="1949684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8pPr>
    <a:lvl9pPr marL="2228210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07-09-2024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557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07-09-2024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6760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07-09-2024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0509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07-09-2024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823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07-09-2024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7118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07-09-2024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015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07-09-2024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3598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07-09-2024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2283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07-09-2024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369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07-09-2024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9313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07-09-2024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91535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07-09-2024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3701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114CF1-1236-46D5-9846-2222D8891EB8}"/>
              </a:ext>
            </a:extLst>
          </p:cNvPr>
          <p:cNvSpPr/>
          <p:nvPr/>
        </p:nvSpPr>
        <p:spPr>
          <a:xfrm>
            <a:off x="4952400" y="1"/>
            <a:ext cx="2476800" cy="685799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39781"/>
            <a:r>
              <a:rPr lang="te-IN" sz="185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నిను స్తుతించినా చాలు</a:t>
            </a:r>
          </a:p>
          <a:p>
            <a:pPr algn="ctr" defTabSz="439781"/>
            <a:r>
              <a:rPr lang="te-IN" sz="185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బ్రతుకు దినములో</a:t>
            </a:r>
          </a:p>
          <a:p>
            <a:pPr algn="ctr" defTabSz="439781"/>
            <a:r>
              <a:rPr lang="te-IN" sz="185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నిను పొగిడినా చాలు</a:t>
            </a:r>
          </a:p>
          <a:p>
            <a:pPr algn="ctr" defTabSz="439781"/>
            <a:r>
              <a:rPr lang="te-IN" sz="185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గుండె గుడిలో (2)</a:t>
            </a:r>
          </a:p>
          <a:p>
            <a:pPr algn="ctr" defTabSz="439781"/>
            <a:r>
              <a:rPr lang="te-IN" sz="185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ఉన్నా లేకున్నా</a:t>
            </a:r>
          </a:p>
          <a:p>
            <a:pPr algn="ctr" defTabSz="439781"/>
            <a:r>
              <a:rPr lang="te-IN" sz="185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స్థితి గతులే మారినా</a:t>
            </a:r>
          </a:p>
          <a:p>
            <a:pPr algn="ctr" defTabSz="439781"/>
            <a:r>
              <a:rPr lang="te-IN" sz="185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సన్నిధిలో…</a:t>
            </a:r>
          </a:p>
          <a:p>
            <a:pPr algn="ctr" defTabSz="439781"/>
            <a:r>
              <a:rPr lang="te-IN" sz="185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సన్నిధిలో ఆనందించే భాగ్యమున్నా చాలు</a:t>
            </a:r>
          </a:p>
          <a:p>
            <a:pPr algn="ctr" defTabSz="439781"/>
            <a:endParaRPr lang="te-IN" sz="1850" dirty="0">
              <a:solidFill>
                <a:prstClr val="black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185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స్తుతులకు పాత్రుడవు నీవేనయ్యా</a:t>
            </a:r>
          </a:p>
          <a:p>
            <a:pPr algn="ctr" defTabSz="439781"/>
            <a:r>
              <a:rPr lang="te-IN" sz="185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స్తోత్రార్హుడవు నీవేనయ్యా (2)</a:t>
            </a:r>
          </a:p>
          <a:p>
            <a:pPr algn="ctr" defTabSz="439781"/>
            <a:r>
              <a:rPr lang="te-IN" sz="185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నీవేనయ్యా</a:t>
            </a:r>
          </a:p>
          <a:p>
            <a:pPr algn="ctr" defTabSz="439781"/>
            <a:r>
              <a:rPr lang="te-IN" sz="185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నాకు నీవేనయ్యా (2)</a:t>
            </a:r>
          </a:p>
          <a:p>
            <a:pPr algn="ctr" defTabSz="439781"/>
            <a:endParaRPr lang="te-IN" sz="1850" dirty="0">
              <a:solidFill>
                <a:prstClr val="black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185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ప్రేమా స్వరూపుడవు నీవేనయ్యా</a:t>
            </a:r>
          </a:p>
          <a:p>
            <a:pPr algn="ctr" defTabSz="439781"/>
            <a:r>
              <a:rPr lang="te-IN" sz="185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స్తోత్రార్హుడవు నీవేనయ్యా (2)</a:t>
            </a:r>
          </a:p>
          <a:p>
            <a:pPr algn="ctr" defTabSz="439781"/>
            <a:r>
              <a:rPr lang="te-IN" sz="185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నీవేనయ్యా</a:t>
            </a:r>
          </a:p>
          <a:p>
            <a:pPr algn="ctr" defTabSz="439781"/>
            <a:r>
              <a:rPr lang="te-IN" sz="185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నాకు నీవేనయ్యా (2) </a:t>
            </a:r>
            <a:endParaRPr lang="en-IN" sz="1850" dirty="0">
              <a:solidFill>
                <a:prstClr val="black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71F7B4-8FFE-404C-A782-8BC26C9AA2C9}"/>
              </a:ext>
            </a:extLst>
          </p:cNvPr>
          <p:cNvSpPr/>
          <p:nvPr/>
        </p:nvSpPr>
        <p:spPr>
          <a:xfrm>
            <a:off x="2476200" y="3175"/>
            <a:ext cx="2476800" cy="685482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సద్గుణ శీలుడా నీవే పూజ్యుడవు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స్తుతి ఆరాధనకు నీవే యోగ్యుడవు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సత్య ప్రమాణముతో 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శాశ్వత కృపనిచ్చి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ప్రియుని స్వాస్థ్యము నాకిచ్చితివి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యేసయ్యా నీ సంకల్పమే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ఇది నాపై నీకున్న అనురాగమే</a:t>
            </a:r>
          </a:p>
          <a:p>
            <a:pPr algn="ctr"/>
            <a:endParaRPr lang="te-IN" sz="17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సిలువ సునాదమును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శ్రమదినమున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మధుర గీతికగా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మదిలో వినిపించి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సిలువలో దాగిన సర్వసంపదలిచ్చి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కాంతిమయముగా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కనపరచితివే నీ ఆత్మ శక్తితో</a:t>
            </a:r>
          </a:p>
          <a:p>
            <a:pPr algn="ctr"/>
            <a:endParaRPr lang="te-IN" sz="17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నాతోడు నీడవై మరపురాని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మహోప కార్యములు నాకై చేసి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చీకటి దాచిన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వేకువగా మార్చి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బలమైన జనముగా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నిర్దారించితివి నీ కీర్తి కొరకే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5E28D2-6FF1-4F74-ABB1-904543A30A6F}"/>
              </a:ext>
            </a:extLst>
          </p:cNvPr>
          <p:cNvSpPr/>
          <p:nvPr/>
        </p:nvSpPr>
        <p:spPr>
          <a:xfrm>
            <a:off x="-1200" y="3174"/>
            <a:ext cx="2476800" cy="685482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ఆయనే నా సంగీతము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బలమైన కోటయును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జీవాధిపతియు ఆయనే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జీవిత కాలమెల్ల స్తుతించెదము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స్తుతుల మధ్యలో నివాసం చేసి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దూతలెల్ల పొగడే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దేవుడాయనే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వేడుచుండు భక్తుల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స్వరము విని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దిక్కు లేని పిల్లలకు దేవుడాయనే (2)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ఇద్దరు ముగ్గురు నా నామమున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ఏకీభవించిన వారి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మధ్యలోన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ఉండెదననిన మన దేవుని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కరములు తట్టి నిత్యం స్తుతించెదము (2)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B01980-9038-477C-BE98-7CF572519C28}"/>
              </a:ext>
            </a:extLst>
          </p:cNvPr>
          <p:cNvSpPr/>
          <p:nvPr/>
        </p:nvSpPr>
        <p:spPr>
          <a:xfrm>
            <a:off x="7429200" y="3174"/>
            <a:ext cx="2476800" cy="685482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శాశ్వతమైన ప్రేమ 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నను ఎడబాయని యేసు ప్రేమ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విడువక నాయెడ తన కృప చూపు ప్రేమ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నన్నాదరించు ప్రేమ - నన్నాదుకొన్న ప్రేమ</a:t>
            </a:r>
          </a:p>
          <a:p>
            <a:pPr algn="ctr"/>
            <a:endParaRPr lang="te-IN" sz="19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యుగములు మారినను 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తరములు తరళినను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రాజ్యములే కంపించిన  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భూ రాష్ట్రములె అంతరించిన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మారని ప్రేమ అత్యంత ప్రేమ అవధులే లేని ప్రేమ</a:t>
            </a:r>
          </a:p>
          <a:p>
            <a:pPr algn="ctr"/>
            <a:endParaRPr lang="te-IN" sz="19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వారు వెలివేసినా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నాకున్న వారే దూరమైన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తన బిడ్డను తల్లి మరచిన 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నను ఎన్నటికి మరువననిన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అరచేతిలో నన్ను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చెక్కుకొన్న ప్రేమ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మరవని విడువని ప్రేమ</a:t>
            </a:r>
          </a:p>
        </p:txBody>
      </p:sp>
    </p:spTree>
    <p:extLst>
      <p:ext uri="{BB962C8B-B14F-4D97-AF65-F5344CB8AC3E}">
        <p14:creationId xmlns:p14="http://schemas.microsoft.com/office/powerpoint/2010/main" val="28624097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5510</TotalTime>
  <Words>218</Words>
  <Application>Microsoft Office PowerPoint</Application>
  <PresentationFormat>A4 Paper (210x297 mm)</PresentationFormat>
  <Paragraphs>75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Venu Yalapala</cp:lastModifiedBy>
  <cp:revision>352</cp:revision>
  <cp:lastPrinted>2023-01-08T02:54:40Z</cp:lastPrinted>
  <dcterms:created xsi:type="dcterms:W3CDTF">2022-02-17T17:00:55Z</dcterms:created>
  <dcterms:modified xsi:type="dcterms:W3CDTF">2024-09-07T11:29:38Z</dcterms:modified>
</cp:coreProperties>
</file>