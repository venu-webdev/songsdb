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"/>
  </p:notesMasterIdLst>
  <p:handoutMasterIdLst>
    <p:handoutMasterId r:id="rId5"/>
  </p:handoutMasterIdLst>
  <p:sldIdLst>
    <p:sldId id="282" r:id="rId2"/>
    <p:sldId id="283" r:id="rId3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2"/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100" d="100"/>
          <a:sy n="100" d="100"/>
        </p:scale>
        <p:origin x="1188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23-06-2024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23-06-2024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1233488"/>
            <a:ext cx="481330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51170"/>
            <a:ext cx="5438140" cy="3887607"/>
          </a:xfrm>
          <a:prstGeom prst="rect">
            <a:avLst/>
          </a:prstGeom>
        </p:spPr>
        <p:txBody>
          <a:bodyPr vert="horz" lIns="90708" tIns="45354" rIns="90708" bIns="4535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1pPr>
    <a:lvl2pPr marL="278526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2pPr>
    <a:lvl3pPr marL="557052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3pPr>
    <a:lvl4pPr marL="835579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4pPr>
    <a:lvl5pPr marL="1114105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5pPr>
    <a:lvl6pPr marL="1392631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6pPr>
    <a:lvl7pPr marL="1671157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7pPr>
    <a:lvl8pPr marL="1949684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8pPr>
    <a:lvl9pPr marL="222821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23-06-2024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557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23-06-2024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760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23-06-2024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0509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23-06-2024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82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23-06-2024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7118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23-06-2024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23-06-2024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3598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23-06-2024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28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23-06-2024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69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23-06-2024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9313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23-06-2024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153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23-06-2024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701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3334022" y="1115306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 గానములతో నేను –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దేవునీ స్తుతించెదనూ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జీవితమంతా ప్రభు కొరకై</a:t>
            </a:r>
            <a:r>
              <a:rPr lang="en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-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నేయిల జీవించెదనూ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ప్రభూ కొరకై నిలచెదనూ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అది అంతము నీవే .... ఆధార భూతుడ నీవే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ప్రతి జీవిని ప్రేమించి పోషించు ప్రాణదాత నీవే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ప్రేమలో ... నీ నీడలో</a:t>
            </a:r>
            <a:r>
              <a:rPr lang="en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నిలుపుము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నీకే స్తోత్రము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లోకమంత నీరాకకై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వేచి యుండెను నా ప్రభూ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మేఘ వాహనంబు మీద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మేటి దూత గణముల తోడా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వేవేగమే రానైయున్న రారాజా-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నీకై స్తోత్రము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91DD97-2F45-459B-B58B-E67033410700}"/>
              </a:ext>
            </a:extLst>
          </p:cNvPr>
          <p:cNvSpPr/>
          <p:nvPr/>
        </p:nvSpPr>
        <p:spPr>
          <a:xfrm>
            <a:off x="3334022" y="3391380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నేనున్న స్థితిలోనే సంతృప్తిని కలిగించు 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ఏమున్న లేకున్న నీకొరకే బ్రతికించు (2)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కష్టాలు ఎదురైనా నా యాత్రను సాగించు 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నష్టాలలోనైనా స్తుతిచేయుట నేర్పించు (2)</a:t>
            </a:r>
          </a:p>
          <a:p>
            <a:pPr algn="ctr"/>
            <a:endParaRPr lang="te-IN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లోకములో నీ కొరకు</a:t>
            </a:r>
            <a:endParaRPr lang="en-US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జ్యోతిగ నను వెలిగించు (2)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రెండవ రాకడవరకు</a:t>
            </a:r>
            <a:endParaRPr lang="en-US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విడువక నను నడిపించు (2)</a:t>
            </a:r>
          </a:p>
          <a:p>
            <a:pPr algn="ctr"/>
            <a:endParaRPr lang="te-IN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దినముల పరిమాణం</a:t>
            </a:r>
            <a:endParaRPr lang="en-US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లెక్కించుట నేర్పించు (2)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లోపల స్థిర హృదయం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నూతనముగ పుట్టించు (2)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055CCC-C265-417F-BC2F-ED69E16338ED}"/>
              </a:ext>
            </a:extLst>
          </p:cNvPr>
          <p:cNvSpPr/>
          <p:nvPr/>
        </p:nvSpPr>
        <p:spPr>
          <a:xfrm>
            <a:off x="4953000" y="1117045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హల్లెలూయా స్తుతించి పాడి కీర్తింతును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జీవము కంటే ఉత్తమమౌ నీ కృపను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యేసయ్యా........ 4 హల్లెలూయా........ 4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బంధువులు స్నేహితులు ఎంతో మందుండగా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ఎన్నో మారులు నేను ఒంటరినై యుంటిని -2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ఒంటరి తనంలో మంచి స్నేహితునిగా 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చెంత చేరినావే-చెలిమి పంచినావే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గుండెల నిండా నీవే - నిన్ను పాడని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జీవితంలో ఎండవానలు రాగా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పగలు చీకటిని నేను అనుభవింపగా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పగలు మేఘ స్థంబమై- రాత్రి అగ్ని స్థంబమై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ఆవరించి నావే- ఆదరించి నావే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కన్నీరు తుడచి నన్ను – ముద్దాడితివే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4953000" y="3393119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స్తోత్రబలి స్తోత్రబలి – మంచిదేవా నీకేనయ్యా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శుభవేళ ఆనందమే – నా తండ్రి నీ చిరుపాదమే (2)</a:t>
            </a:r>
          </a:p>
          <a:p>
            <a:pPr algn="ctr" defTabSz="210778">
              <a:defRPr/>
            </a:pPr>
            <a:endParaRPr lang="te-IN" sz="767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నిన్నటి బాధలంతా నేటికి మాయమయ్యే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నెమ్మది ఉదయించె అది శాశ్వతమైనదయ్యా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    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   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రేయంతా కాచితివి మరు దినమిచ్చితివి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మరువని నా స్నేహమా నీతో కలసి సంతోషింతును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  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   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సేవ మార్గంలో ఉత్సాహం నొసగితివి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ఉరికురికి పనిచేయ నాకు ఆరోగ్యమిచ్చితివి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</a:t>
            </a:r>
          </a:p>
        </p:txBody>
      </p:sp>
    </p:spTree>
    <p:extLst>
      <p:ext uri="{BB962C8B-B14F-4D97-AF65-F5344CB8AC3E}">
        <p14:creationId xmlns:p14="http://schemas.microsoft.com/office/powerpoint/2010/main" val="1511661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0" y="0"/>
            <a:ext cx="2476800" cy="68579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నాలోని ప్రేమ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నీదై ఉన్నది దేవా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 ప్రేమలో నన్ను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బలపరుచు దేవా - 2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ప్రేమ లేనిదే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 బ్రతుకలేను - 2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 నీ ప్రేమ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వర్ణింప నా తరమా - 2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నేను వెదకక ముందే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వెదికిన ప్రేమ ఇది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నేను ప్రేమించక ముందే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ప్రేమించినది - 2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సిలువలో నీ దివ్య ప్రేమ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విలువకు అందనిది - 2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బాధ్యతయిన ప్రేమ నీది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భరియించినది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భద్రత నిచ్చిన ప్రేమ నీది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భారము బాపినది - 2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బాధలో ఓదార్పునిచ్చి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బలము చేకూర్చెను - 2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71F7B4-8FFE-404C-A782-8BC26C9AA2C9}"/>
              </a:ext>
            </a:extLst>
          </p:cNvPr>
          <p:cNvSpPr/>
          <p:nvPr/>
        </p:nvSpPr>
        <p:spPr>
          <a:xfrm>
            <a:off x="2476200" y="3175"/>
            <a:ext cx="2476800" cy="685482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ప్రార్థన వలనే పయనము –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ప్రార్థనే ప్రాకారము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ప్రార్థనే ప్రాధాన్యము –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ప్రార్థన లేనిదే పరాజయం (2)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ప్రభువా ప్రార్థన నేర్పయ్యా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ప్రార్ధించకుండా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 ఉండలేనయ్యా (2)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పాదాలు తడపకుండా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పయనం సాగదయ్యా (2)</a:t>
            </a:r>
          </a:p>
          <a:p>
            <a:pPr algn="ctr"/>
            <a:endParaRPr lang="te-IN" sz="16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ప్రార్ధనలో నాటునది –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పెల్లగించుట అసాధ్యము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ప్రార్ధనలో పోరాడునది –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పొందకపోవుట అసాధ్యము (2)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ప్రార్ధనలో ప్రాకులాడినది –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పతనమవ్వుట అసాధ్యము (2)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ప్రార్ధనలో పదునైనది –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పనిచేయకపోవుట అసాధ్యము (2)</a:t>
            </a:r>
          </a:p>
          <a:p>
            <a:pPr algn="ctr"/>
            <a:endParaRPr lang="te-IN" sz="16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ప్రార్ధనలో కనీళ్లు –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కరిగిపోవుట అసాధ్యము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ప్రార్ధనలో మూల్గునది –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మరుగైపోవుట అసాధ్యము (2)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ప్రార్ధనలో నలిగితే –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నష్టపోవుట అసాధ్యము (2)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ప్రార్ధనలో పెనుగులాడితే –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పడిపోవుట అసాధ్యము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5E28D2-6FF1-4F74-ABB1-904543A30A6F}"/>
              </a:ext>
            </a:extLst>
          </p:cNvPr>
          <p:cNvSpPr/>
          <p:nvPr/>
        </p:nvSpPr>
        <p:spPr>
          <a:xfrm>
            <a:off x="49530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ప్రేమించెదన్ అధికముగా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ఆరాధింతున్ ఆసక్తితో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నిన్ను పూర్ణ మనసుతో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ఆరాధింతున్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పూర్ణ బలముతో ప్రేమించెదన్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ఆరాధన ఆరాధనా ఆ.. ఆ.. 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ఆరాధన ఆరాధనా (2)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ఎబినేజరే ఎబినేజరే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ఇంత వరకు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ఆదుకొన్నావే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ఇంత వరకు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ఆదుకొన్నావే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ఎల్రోహి ఎల్రోహి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చూచావే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వందనమయ్యా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చూచావే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వందనమయ్యా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B01980-9038-477C-BE98-7CF572519C28}"/>
              </a:ext>
            </a:extLst>
          </p:cNvPr>
          <p:cNvSpPr/>
          <p:nvPr/>
        </p:nvSpPr>
        <p:spPr>
          <a:xfrm>
            <a:off x="7429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నేనెల్లప్పుడు యెహోవను సన్నుతించెదన్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నిత్యము ఆయన కీర్తి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నోట నుండున్ (2)</a:t>
            </a:r>
          </a:p>
          <a:p>
            <a:pPr algn="ctr"/>
            <a:endParaRPr lang="te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అంతా నా మేలుకే –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ఆరాధన యేసుకే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అంతా నా మంచికే –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తన చిత్తమునకు తల వంచితే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తన చిత్తమునకు తల వంచితే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ఆరాధన ఆపను –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స్తుతియించుట మానను (2)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స్తుతియించుట మానను</a:t>
            </a:r>
          </a:p>
          <a:p>
            <a:pPr algn="ctr"/>
            <a:endParaRPr lang="te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కన్నీళ్లే పానములైనా –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కఠిన దుఃఖ బాధలైనా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స్థితి గతులే మారినా –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అవకాశం చేజారినా (2)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మారదు యేసు ప్రేమ – 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నిత్యుడైన తండ్రి ప్రేమ (2)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మారదు యేసు ప్రేమ –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నిత్యుడైన తండ్రి ప్రేమ (2)</a:t>
            </a:r>
          </a:p>
          <a:p>
            <a:pPr algn="ctr"/>
            <a:endParaRPr lang="te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ఆస్తులన్ని కోల్పోయినా –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కన్నవారే కనుమరుగైనా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ఊపిరి భరువైనా –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గుండెలే పగిలినా (2)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యెహోవా ఇచ్చెను –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యెహోవా తీసుకొనెను (2)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ఆయన నామమునకే –</a:t>
            </a:r>
          </a:p>
          <a:p>
            <a:pPr algn="ctr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 కలుగు గాక (2)</a:t>
            </a:r>
          </a:p>
        </p:txBody>
      </p:sp>
    </p:spTree>
    <p:extLst>
      <p:ext uri="{BB962C8B-B14F-4D97-AF65-F5344CB8AC3E}">
        <p14:creationId xmlns:p14="http://schemas.microsoft.com/office/powerpoint/2010/main" val="2862409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5239</TotalTime>
  <Words>581</Words>
  <Application>Microsoft Office PowerPoint</Application>
  <PresentationFormat>A4 Paper (210x297 mm)</PresentationFormat>
  <Paragraphs>151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324</cp:revision>
  <cp:lastPrinted>2023-01-08T02:54:40Z</cp:lastPrinted>
  <dcterms:created xsi:type="dcterms:W3CDTF">2022-02-17T17:00:55Z</dcterms:created>
  <dcterms:modified xsi:type="dcterms:W3CDTF">2024-06-23T16:14:55Z</dcterms:modified>
</cp:coreProperties>
</file>