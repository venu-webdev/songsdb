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handoutMasterIdLst>
    <p:handoutMasterId r:id="rId5"/>
  </p:handoutMasterIdLst>
  <p:sldIdLst>
    <p:sldId id="282" r:id="rId2"/>
    <p:sldId id="283" r:id="rId3"/>
  </p:sldIdLst>
  <p:sldSz cx="17610138" cy="9906000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66" d="100"/>
          <a:sy n="66" d="100"/>
        </p:scale>
        <p:origin x="142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46088" y="1243013"/>
            <a:ext cx="5965825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888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7406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75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404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058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073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2904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4914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2988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0959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100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2737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17-06-2024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7753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5427201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algn="ctr"/>
            <a:endParaRPr lang="te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algn="ctr"/>
            <a:endParaRPr lang="te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5427201" y="4874508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8805069" y="129292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17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17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805069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algn="ctr" defTabSz="439781">
              <a:defRPr/>
            </a:pPr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439781">
              <a:defRPr/>
            </a:pP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160256" y="200526"/>
            <a:ext cx="4136611" cy="937019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స్తుతులన్ గైకొనుమా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సుత యేసు క్రీస్తువా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సతతము మమ్ములను 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కృపనిడి కావుమా</a:t>
            </a:r>
          </a:p>
          <a:p>
            <a:pPr algn="ctr"/>
            <a:endParaRPr lang="te-IN" sz="31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పెదవులతో ఎప్పుడు నీ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వాక్యమును పఠింప నిమ్ము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కాలు చేతులు ఎప్పుడు నీ 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సేవను చేయను వాడనిమ్ము </a:t>
            </a:r>
          </a:p>
          <a:p>
            <a:pPr algn="ctr"/>
            <a:endParaRPr lang="te-IN" sz="31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కలిమియు పదవుల నెల్ల 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శుద్ధ కృపచే పొందితిమి 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కాలమంతయు జీవింప 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నిలకడగ నుండ దీవించుము</a:t>
            </a:r>
            <a:endParaRPr lang="en-IN" sz="31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en-IN" sz="31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నిజ విశ్వాసములో నెదుగ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నిశ్భల బుద్దిని మా కొసగి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నిరతము నీ సేవ చేయుటకు</a:t>
            </a:r>
          </a:p>
          <a:p>
            <a:pPr algn="ctr"/>
            <a:r>
              <a:rPr lang="te-IN" sz="31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ఆత్మ శక్తితో నింపుమయా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9170B8-9D02-4546-B7BF-8B868EFFFB33}"/>
              </a:ext>
            </a:extLst>
          </p:cNvPr>
          <p:cNvSpPr/>
          <p:nvPr/>
        </p:nvSpPr>
        <p:spPr>
          <a:xfrm>
            <a:off x="4296867" y="200526"/>
            <a:ext cx="4274109" cy="937019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సంద్రమ్మున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నావను 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నడిపేది ఆ యేసుడే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దరిచేర్చు ఆ దేవుడే</a:t>
            </a:r>
          </a:p>
          <a:p>
            <a:pPr algn="ctr"/>
            <a:endParaRPr lang="te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పెనుగాలులే వీచినా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తుఫానులే తరిమినా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గద్దించి కాపాడు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ప్రభువండ నీకుండ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దిగులేల ఓ సోదరా!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నిశ్చింతగా సాగుమా</a:t>
            </a:r>
          </a:p>
          <a:p>
            <a:pPr algn="ctr"/>
            <a:endParaRPr lang="te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ఆపత్కాలములందునా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రోధించి ప్రార్ధించినా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జవాబేమి లేదని –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దూషింప బోకుమా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ప్రభుచిత్తమనె గిన్నెనే – సంతోషముగ త్రాగుమా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772679-4823-4B8E-8AB9-464A9B519206}"/>
              </a:ext>
            </a:extLst>
          </p:cNvPr>
          <p:cNvSpPr/>
          <p:nvPr/>
        </p:nvSpPr>
        <p:spPr>
          <a:xfrm>
            <a:off x="8552012" y="200526"/>
            <a:ext cx="4274109" cy="937019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ఎడబాయని నీ కృప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విడువదు ఎన్నటికీ (2)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ప్రేమానురాగం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కాయును అనుక్షణం (2)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శోకపు లోయలలో –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 కడగండ్లలో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కడలేని కడలిలో –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నిరాశ నిసృహలో (2)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అర్ధమేకాని ఈ జీవితం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ఇక వ్యర్థమని నేననుకొనగ (2)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కృపా కనికరముగల దేవా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కష్టాల కడలిని దాటించితివి (2)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విశ్వాస పోరాటంలో –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ఎదురాయె శోధనలు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లోకాశల అలజడిలో –</a:t>
            </a:r>
            <a:endParaRPr lang="en-IN" sz="2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సడలితి విశ్వాసములో (2)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దుష్టుల క్షేమమునే చూచి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ఇక నీతి వ్యర్థమని అనుకొనగ (2)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దీర్ఘశాంతముగల దేవా</a:t>
            </a:r>
          </a:p>
          <a:p>
            <a:pPr algn="ctr"/>
            <a:r>
              <a:rPr lang="te-IN" sz="2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చేయి విడువక నడిపించితివి (2)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1557D-D07C-4965-BA7F-16390F4CD4A9}"/>
              </a:ext>
            </a:extLst>
          </p:cNvPr>
          <p:cNvSpPr/>
          <p:nvPr/>
        </p:nvSpPr>
        <p:spPr>
          <a:xfrm>
            <a:off x="12826121" y="200526"/>
            <a:ext cx="4523095" cy="937019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సంతృప్తిని కలిగించు 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నీకొరకే బ్రతికించు (2)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యాత్రను సాగించు 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స్తుతిచేయుట నేర్పించు (2)</a:t>
            </a:r>
          </a:p>
          <a:p>
            <a:pPr algn="ctr"/>
            <a:endParaRPr lang="te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IN" sz="32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sz="32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5201</TotalTime>
  <Words>505</Words>
  <Application>Microsoft Office PowerPoint</Application>
  <PresentationFormat>Custom</PresentationFormat>
  <Paragraphs>129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321</cp:revision>
  <cp:lastPrinted>2023-01-08T02:54:40Z</cp:lastPrinted>
  <dcterms:created xsi:type="dcterms:W3CDTF">2022-02-17T17:00:55Z</dcterms:created>
  <dcterms:modified xsi:type="dcterms:W3CDTF">2024-06-17T03:20:31Z</dcterms:modified>
</cp:coreProperties>
</file>