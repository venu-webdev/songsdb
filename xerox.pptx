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2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80" d="100"/>
          <a:sy n="80" d="100"/>
        </p:scale>
        <p:origin x="336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06-01-2024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3429000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ఎవరు నా చేయి విడచిన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యేసు చేయి విడువడు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చేయి విడువడు (3)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యేసు చేయి విడువడు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2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తల్లి ఆయనే తండ్రి ఆయనే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లాలించును నన్ను పాలించును (2)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2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వేదన శ్రమలూ ఉన్నప్పుడల్లా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వేడుకొందునే కాపాడును (2)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2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రక్తముతో కడిగి వేసాడే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రక్షణ సంతోషం నాకు ఇచ్చాడే (2)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 సింహాసనాసీనుడా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యేసు రాజా దివ్య తేజా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అద్వితీయుడవు పరిశుద్ధుడవు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అతి సుందరుడవు నీవే ప్రభూ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నీతి న్యాయములు నీ సింహాసనాధారం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కృపా సత్యములు నీ సన్నిధానవర్తులు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బలియు అర్పణ కోరవు నీవు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బలియైతివి నా దోషముకై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హృదయమే నీ ప్రియమగు ఆలయం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స్తుతియాగమునే చేసెద నిరతం (2)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3429000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జుంటె తేనె ధారల కన్నా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యేసు నామమే మధురం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 సన్నిధినే మరువజాలను (2)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జీవితకాలమంతా ఆనందించెదా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యేసయ్యనే ఆరాధించెదా (2)  </a:t>
            </a:r>
          </a:p>
          <a:p>
            <a:pPr algn="ctr"/>
            <a:endParaRPr lang="te-IN" sz="175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 నామమే బహు పూజనీయము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నాపై దృష్టి నిలిపి సంత్రుష్టిగా నను ఉంచి (2)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నన్నెంతగానో దీవించి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జీవజలపు ఊటలతో ఉజ్జీవింపజేసెనే (2) 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 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 నామమే బలమైన దుర్గము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తోడై నిలిచి క్షేమముగా నను దాచి (2)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నన్నెంతగానో కరుణించి</a:t>
            </a:r>
            <a:b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పవిత్ర లేఖనాలతో ఉత్తేజింపజేసెనే (2)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51132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నమ్మకమైన దేవుడవైన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చాలు యేసయ్యా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నేనేమైయున్నా ఏ స్థితిలో ఉన్నా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ఇంకేమి కోరుకోనయ్యా (2)</a:t>
            </a:r>
          </a:p>
          <a:p>
            <a:pPr algn="ctr" defTabSz="439781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ఆప్తులైన వారే హాని చేయచూసినా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మిత్రులే నిలువకుండినా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న్యాయము తీర్చే నీవు నాకుంటే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చాలు యేసయ్యా (2)</a:t>
            </a:r>
          </a:p>
          <a:p>
            <a:pPr algn="ctr" defTabSz="439781"/>
            <a:endParaRPr lang="te-IN" sz="19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జ్ఞానమంత చూపి శక్తి ధారపోసినా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నష్టమే మిగులుచుండినా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శాపము బాపే నీవు నాకుంటే (2)</a:t>
            </a:r>
          </a:p>
          <a:p>
            <a:pPr algn="ctr" defTabSz="439781"/>
            <a:r>
              <a:rPr lang="te-IN" sz="19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చాలు యేసయ్యా (2)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4453</TotalTime>
  <Words>246</Words>
  <Application>Microsoft Office PowerPoint</Application>
  <PresentationFormat>A4 Paper (210x297 mm)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246</cp:revision>
  <cp:lastPrinted>2023-01-08T02:54:40Z</cp:lastPrinted>
  <dcterms:created xsi:type="dcterms:W3CDTF">2022-02-17T17:00:55Z</dcterms:created>
  <dcterms:modified xsi:type="dcterms:W3CDTF">2024-01-06T17:18:20Z</dcterms:modified>
</cp:coreProperties>
</file>