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1308" y="270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18-04-2025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18-04-2025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18-04-2025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18-04-2025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49728" cy="6493935"/>
            <a:chOff x="160868" y="182032"/>
            <a:chExt cx="4749728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62396" y="326429"/>
              <a:ext cx="4648200" cy="42473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సిలువలో ఆ సిలువలో ఆ ఘోర కల్వరిలో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తులువల మధ్యలో వ్రేళాడిన యేసయ్యా (2)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వెలి అయిన యేసయ్యా – బలి అయిన యేసయ్యా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నిలువెల్ల నలిగితివా – నీవెంతో అలసితివా          ||సిలువలో||</a:t>
              </a:r>
            </a:p>
            <a:p>
              <a:endParaRPr lang="te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నేరము చేయని నీవు – ఈ ఘోర పాపి కొరకు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భారమైన సిలువ- మోయలేక మోసావు (2)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కొరడాలు చెల్లని చీల్చెనే – నీ సుందర దేహమునే (2)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తడిపెను నీ తనువునే – రుధిరంబు ధారలే (2)        ||వెలి||</a:t>
              </a:r>
            </a:p>
            <a:p>
              <a:endParaRPr lang="te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వధకు సిద్దమైన గొర్రెపిల్ల వోలె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మోమున ఉమ్మివేయ మౌనివైనావే (2)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దూషించి అపహసించి హింసించిరా నిన్ను (2)</a:t>
              </a: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ఊహకు అందదు నీ త్యాగమేసయ్యా (2)        ||వెలి||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674462" cy="6493935"/>
            <a:chOff x="160868" y="182032"/>
            <a:chExt cx="467446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90661" y="329202"/>
              <a:ext cx="4544669" cy="5760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సిలువలో సాగింది యాత్ర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కరుణామయుని దయగల పాత్ర (2)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ఇది ఎవరి కోసమో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ఈ జగతి కోసమే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ఈ జనుల కోసమే             ||సిలువలో||</a:t>
              </a:r>
            </a:p>
            <a:p>
              <a:pPr>
                <a:lnSpc>
                  <a:spcPts val="2600"/>
                </a:lnSpc>
              </a:pPr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పాలు కారు దేహము పైన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పాపాత్ముల కొరడాలెన్నో (2)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నాట్యమాడినాయి నడి వీధిలో నిలిపాయి (2)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నోరు తెరువ లేదాయే ప్రేమ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బదులు పలుక లేదాయే ప్రేమ (2)       ||ఇది ఎవరి||</a:t>
              </a:r>
            </a:p>
            <a:p>
              <a:pPr>
                <a:lnSpc>
                  <a:spcPts val="2600"/>
                </a:lnSpc>
              </a:pPr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వెనుక నుండి తన్నింది ఒకరు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తన ముందు నిలిచి నవ్వింది మరి ఒకరు (2)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గేలి చేసినారు పరిహాసమాడినారు (2)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నోరు తెరువ లేదాయే ప్రేమ</a:t>
              </a:r>
            </a:p>
            <a:p>
              <a:pPr>
                <a:lnSpc>
                  <a:spcPts val="2600"/>
                </a:lnSpc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బదులు పలుక లేదాయే ప్రేమ (2)       ||ఇది ఎవరి||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EBA6011-CA21-438F-B7D1-377168C5DA16}"/>
              </a:ext>
            </a:extLst>
          </p:cNvPr>
          <p:cNvSpPr/>
          <p:nvPr/>
        </p:nvSpPr>
        <p:spPr>
          <a:xfrm>
            <a:off x="7021458" y="6675966"/>
            <a:ext cx="970017" cy="178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130425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044142-8A4B-48E2-8204-53A1EBC016D8}"/>
              </a:ext>
            </a:extLst>
          </p:cNvPr>
          <p:cNvSpPr/>
          <p:nvPr/>
        </p:nvSpPr>
        <p:spPr>
          <a:xfrm>
            <a:off x="2010310" y="6670895"/>
            <a:ext cx="970017" cy="178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130425</a:t>
            </a:r>
          </a:p>
        </p:txBody>
      </p: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943470" cy="6493935"/>
            <a:chOff x="160868" y="182032"/>
            <a:chExt cx="494347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12204" y="335843"/>
              <a:ext cx="4640796" cy="3108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కలువరిగిరిలో సిలువధారియై</a:t>
              </a:r>
            </a:p>
            <a:p>
              <a:pPr defTabSz="439781">
                <a:defRPr/>
              </a:pP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వ్రేలాడితివా నా యేసయ్యా ||2||</a:t>
              </a:r>
            </a:p>
            <a:p>
              <a:pPr defTabSz="439781">
                <a:defRPr/>
              </a:pPr>
              <a:endParaRPr lang="te-IN" sz="1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1. అన్యాయపు తీర్పునొంది ఘోరమైన శిక్షను</a:t>
              </a:r>
            </a:p>
            <a:p>
              <a:pPr defTabSz="439781">
                <a:defRPr/>
              </a:pP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ద్వేషాగ్ని జ్వాలలో దోషివై నిలిచావా ||2||</a:t>
              </a:r>
            </a:p>
            <a:p>
              <a:pPr defTabSz="439781">
                <a:defRPr/>
              </a:pP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దోషక్రియలకై సిలువలో బలి అయితివా</a:t>
              </a:r>
            </a:p>
            <a:p>
              <a:pPr defTabSz="439781">
                <a:defRPr/>
              </a:pP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ప్రాణ క్రయ ధనముతో రక్షించితివా ||2||</a:t>
              </a:r>
            </a:p>
            <a:p>
              <a:pPr defTabSz="439781">
                <a:defRPr/>
              </a:pPr>
              <a:endParaRPr lang="te-IN" sz="1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2. దారి తప్పిపోయిన గోర్రెనై తిరిగాను</a:t>
              </a:r>
            </a:p>
            <a:p>
              <a:pPr defTabSz="439781">
                <a:defRPr/>
              </a:pP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ఏ దారి కానరాక సిలువ దరికి చేరాను ||2||</a:t>
              </a:r>
            </a:p>
            <a:p>
              <a:pPr defTabSz="439781">
                <a:defRPr/>
              </a:pP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ఆకరి రక్తపు బొట్టును నా కొరకై ధారపోసి</a:t>
              </a:r>
            </a:p>
            <a:p>
              <a:pPr defTabSz="439781">
                <a:defRPr/>
              </a:pP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ప్రాణ త్యాగముతో విడిపించితివా ||2|| 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52686" y="333830"/>
              <a:ext cx="348645" cy="363200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8E687E-38BE-469D-BAB7-421D9664EFD9}"/>
                </a:ext>
              </a:extLst>
            </p:cNvPr>
            <p:cNvSpPr txBox="1"/>
            <p:nvPr/>
          </p:nvSpPr>
          <p:spPr>
            <a:xfrm>
              <a:off x="463542" y="3637197"/>
              <a:ext cx="4640796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ఎందుకో నన్నింతగా నీవు ప్రేమించితివో దేవా</a:t>
              </a:r>
              <a:b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అందుకో నా దీన స్తుతిపాత్ర హల్లెలూయ యేసయ్యా (2)</a:t>
              </a:r>
            </a:p>
            <a:p>
              <a:pPr defTabSz="439781">
                <a:defRPr/>
              </a:pPr>
              <a:endParaRPr lang="te-IN" sz="1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పాపము బాప నరరూపివైనావు</a:t>
              </a:r>
              <a:b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శాపము మాప నలిగి వ్రేలాడితివి</a:t>
              </a:r>
              <a:b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నాకు చాలిన దేవుడవు నీవే నా స్థానములో నీవే (2)         </a:t>
              </a:r>
            </a:p>
            <a:p>
              <a:pPr defTabSz="439781">
                <a:defRPr/>
              </a:pPr>
              <a:endParaRPr lang="te-IN" sz="1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రూపము నాలో నిర్మించియున్నావు</a:t>
              </a:r>
              <a:b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పోలికలోనే నివసించుమన్నావు</a:t>
              </a:r>
              <a:b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నన్ను ఎన్నుకొంటివి నీ కొరకై నీ కృపలో (2)           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93733" cy="6493935"/>
            <a:chOff x="160868" y="182032"/>
            <a:chExt cx="4893733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04800" y="357760"/>
              <a:ext cx="4749801" cy="59093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ఇదిగో దేవా నా జీవితం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ఆపాదమస్తకం నీకంకితం (2)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శరణం నీ చరణం (4)                       ||ఇదిగో||</a:t>
              </a:r>
            </a:p>
            <a:p>
              <a:pPr defTabSz="439781"/>
              <a:endParaRPr lang="te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పలుమార్లు వైదొలగినాను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పరలోక దర్శనమునుండి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విలువైన నీ దివ్య పిలుపుకు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 తగినట్లు జీవించనైతి (2)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అయినా నీ ప్రేమతో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దరిచేర్చినావు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అందుకే గైకొనుము దేవా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ఈ నా శేష జీవితం        ||ఇదిగో||</a:t>
              </a:r>
            </a:p>
            <a:p>
              <a:pPr defTabSz="439781"/>
              <a:endParaRPr lang="te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పాదముల చెంత చేరి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చిత్తంబు నేనెరుగ నేర్పు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హృదయ భారంబు నొసగి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ప్రార్థించి పనిచేయనిమ్ము (2)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ఆగిపోక సాగిపోవు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ప్రియసుతునిగా పనిచేయనిమ్ము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ప్రతి చోట నీ సాక్షిగా</a:t>
              </a:r>
            </a:p>
            <a:p>
              <a:pPr defTabSz="439781"/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ప్రభువా నన్నుండనిమ్ము      ||ఇదిగో||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35776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3FED3E2E-9809-49A6-A72F-F07A4D5B3E8A}"/>
              </a:ext>
            </a:extLst>
          </p:cNvPr>
          <p:cNvSpPr/>
          <p:nvPr/>
        </p:nvSpPr>
        <p:spPr>
          <a:xfrm>
            <a:off x="7021458" y="6675966"/>
            <a:ext cx="970017" cy="178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130425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23DFFB-527A-46C3-AD65-93B3832D9C56}"/>
              </a:ext>
            </a:extLst>
          </p:cNvPr>
          <p:cNvSpPr/>
          <p:nvPr/>
        </p:nvSpPr>
        <p:spPr>
          <a:xfrm>
            <a:off x="2010310" y="6670895"/>
            <a:ext cx="970017" cy="178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130425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6BE2B5C-43C0-41DC-A046-4A1B3A84D5BF}"/>
              </a:ext>
            </a:extLst>
          </p:cNvPr>
          <p:cNvSpPr/>
          <p:nvPr/>
        </p:nvSpPr>
        <p:spPr>
          <a:xfrm>
            <a:off x="312204" y="3444386"/>
            <a:ext cx="4289127" cy="3053271"/>
          </a:xfrm>
          <a:prstGeom prst="roundRect">
            <a:avLst>
              <a:gd name="adj" fmla="val 3357"/>
            </a:avLst>
          </a:prstGeom>
          <a:noFill/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993</TotalTime>
  <Words>380</Words>
  <Application>Microsoft Office PowerPoint</Application>
  <PresentationFormat>A4 Paper (210x297 mm)</PresentationFormat>
  <Paragraphs>77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146</cp:revision>
  <dcterms:created xsi:type="dcterms:W3CDTF">2024-09-21T15:36:03Z</dcterms:created>
  <dcterms:modified xsi:type="dcterms:W3CDTF">2025-04-18T04:28:47Z</dcterms:modified>
</cp:coreProperties>
</file>