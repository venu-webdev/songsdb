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54" y="94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18-01-2025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1"/>
            <a:ext cx="4648200" cy="6524863"/>
            <a:chOff x="160868" y="182031"/>
            <a:chExt cx="4648200" cy="652486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43398" y="182031"/>
              <a:ext cx="4483140" cy="6524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మంచి దేవుడు భలే మంచి దేవుడు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నిజ దైవం యేసు - అద్వితీయ దేవుడు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మ్రొక్కులను కోరడు - మనసిస్తే చాలును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కొండలెక్కి రమ్మనడు - మనలో కొలువుంటాడు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వెదికితే ప్రతి వారికి - దొరికేను యేసు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పిలిచే ప్రతి వారికి - పలికేను యేసు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బొమ్మ కాదయ్యో - జీవమున్న దేవుడు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కుంటివాడు గంతులేయ - కాళ్ళ నొసగినాడు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మూగవారు స్తుతిచేయ - నోటినిచ్చినాడు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బధిరులు తన స్వరము విన - చెవులిచ్చినాడు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ప్రేమా మయుడు - ఆశ్చర్య దేవుడు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చెప్పింది చేసెను - మాదిరుంచి వెళ్ళెను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అడుగు జాడాలుంచెను - అనుసరించ కోరెను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మరణాన్ని జీవాన్ని - మన ఎదుటే వుంచెను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ఎంచుకొనే స్వేచ్చను - మన చేతికిచ్చెను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ఏమి చేతువో - సృష్టికర్త యేసుని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718029" cy="6493935"/>
            <a:chOff x="160868" y="182032"/>
            <a:chExt cx="571802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64435" y="243116"/>
              <a:ext cx="5614462" cy="61093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పాత్రుడా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స్తోత్రార్హుడా</a:t>
              </a: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స్తుతులందుకో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పూజార్హుడా</a:t>
              </a: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ఆకాశమందు నీవు తప్ప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నాకెవరున్నారు నా ప్రభు</a:t>
              </a: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పాత్రుడా.... ఆఆఅ</a:t>
              </a:r>
            </a:p>
            <a:p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శత్రువులు నను తరుముచుండగా –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యాత్మ నాలో కృంగెనే ప్రభూ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మనస్సు నీ వైపు త్రిప్పిన వెంటనే –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శత్రుల చేతినుండి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విడిపించినావు –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కాపాడినావు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ప్రాణ స్నేహితులు నన్ను చూచి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దూరాన నిలిచేరు నా ప్రభూ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వాక్య ధ్యానమే నా త్రోవకు వెలుగై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–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నిల్పెను</a:t>
              </a:r>
            </a:p>
            <a:p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సన్నీధిలో - నీ సంఘములో 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472868" cy="6493935"/>
            <a:chOff x="160868" y="182032"/>
            <a:chExt cx="5472868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38125" y="208565"/>
              <a:ext cx="5395611" cy="6463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ఎంతో అపారము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వర్ణింపతరమా నా ప్రభూ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పులకింప చేసెను నా హృది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హృదయేశ్వరా నా యేసువా</a:t>
              </a: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ఎంతో ప్రేమించి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నాదు పాపమె క్షమియించి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 కనికరముల నీడలో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చేర్చిన నా ప్రభూ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జీవితమంతా స్తుతియించినా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తీరునా నీ ఋణం</a:t>
              </a: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నీదు సన్నిధిలో కాంక్షించి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 బ్రతుకే వీడితిని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నీదు జీవమె నిండుగ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నాలో నింపుము నా ప్రభు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జీవితమంతా నీ ప్రేమనూ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చాటుచు నుందును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30770" cy="6493935"/>
            <a:chOff x="160868" y="182032"/>
            <a:chExt cx="493077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1837" y="324434"/>
              <a:ext cx="4749801" cy="62324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సంఘమా - క్రైస్తవ సంఘమా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యేసునే పోలి నడువుమా –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క్రీస్తు మనసు కలిగియుండుమా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ఆది సంఘము మోకరిల్లగ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చెరసాల తలుపులు - బ్రద్ధలాయెను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ప్రధమ సంఘము - ప్రార్థింపగ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  ఆత్మయే – భువికేగెను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ఆనాటి విజ్ఞాపన - ఏమాయెను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ఈనాడు అద్భుతాలు కొదువాయెను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మేలుకో లెమ్ము తేజరిల్లుమా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క్రియలు లేని నీ - విశ్వాసము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మ్రుతమైనది - అది కొరకానిది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శక్తి లేని నీ - భక్తి మొత్తము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వ్యర్థమైనది అది మేలు చేయదు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నామకార్ధమును విడిచి నమ్మీ చూడుము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యదార్థమైన మనసును ఆశించుము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మేలుకో లెమ్ము తేజరిల్లుమా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809</TotalTime>
  <Words>284</Words>
  <Application>Microsoft Office PowerPoint</Application>
  <PresentationFormat>A4 Paper (210x297 mm)</PresentationFormat>
  <Paragraphs>77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91</cp:revision>
  <dcterms:created xsi:type="dcterms:W3CDTF">2024-09-21T15:36:03Z</dcterms:created>
  <dcterms:modified xsi:type="dcterms:W3CDTF">2025-01-18T14:37:53Z</dcterms:modified>
</cp:coreProperties>
</file>