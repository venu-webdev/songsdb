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238" y="82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29-03-2025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49728" cy="6493935"/>
            <a:chOff x="160868" y="182032"/>
            <a:chExt cx="4749728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2396" y="505119"/>
              <a:ext cx="464820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ఇంత కాలం నీదు కృపలో కాచిన దేవా (2)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ఇకను కూడా మాకు తోడు నీడ నీవే కదా (2)        </a:t>
              </a:r>
            </a:p>
            <a:p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ఏళ్ళు గడచినా – ఎన్ని తరాలు మారినా (2)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మారని వీడని ప్రేమే నీదయ్యా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మార్చిన నా జీవితం నీకే యేసయ్యా (2)  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      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చేసిన మేలులు –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తలచుకుందును అనుదినం (2)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స్తుతి స్తోత్రము నీకే యేసయ్యా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వేరుగా ఏమియు చెల్లించలేనయ్యా (2) 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          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దూరమైతిరి ఆప్తులు –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విడచిపోతిరి నా హితులు (2)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శోధన వేదన తీర్చిన యేసయ్యా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తల్లిలా తండ్రిలా కాచిన యేసయ్యా (2) 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64399" y="331487"/>
              <a:ext cx="4544669" cy="57695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సింహాసనాసీనుడా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రాజా దివ్య తేజా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అద్వితీయుడవు పరిశుద్ధుడవు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అతి సుందరుడవు నీవే ప్రభూ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నీతి న్యాయములు నీ సింహాసనాధారం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 సత్యములు నీ సన్నిధానవర్తులు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బలియు అర్పణ కోరవు నీవు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బలియైతివి నా దోషముకై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హృదయమే నీ ప్రియమగు ఆలయం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స్తుతియాగమునే చేసెద నిరతం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బూరధ్వనులే నింగిలో మ్రోగగా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రాజధిరాజ నీవే వచ్చువేళ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సంసిద్ధతతో వెలిగే సిద్దెతో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పెండ్లి కుమరుడా నిన్నెదుర్కొందును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2245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67174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00061" cy="6493935"/>
            <a:chOff x="160868" y="182032"/>
            <a:chExt cx="4700061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20133" y="211189"/>
              <a:ext cx="4640796" cy="5940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ఘనమైనవి నీ కార్యములు నా యెడల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స్థిరమైనవి నీ ఆలోచనలు నా యేసయ్యా 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కృపలను పొందుచు కృతజ్ఞత కలిగి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స్తుతులర్పించెదను అన్నివేళలా 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అనుదినము నీ అనుగ్రహమే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ఆయుష్కాలము నీ వరమే (2</a:t>
              </a:r>
              <a:r>
                <a:rPr lang="en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 తెగులు సమీపించనీయక –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 కీడైన దరిచేరనీయక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ఆపదలన్ని తొలగే వరకు –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ఆత్మలో నెమ్మది కలిగే వరకు 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భారము మోసి – బాసటగా నిలిచి – ఆదరించితివి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– చెల్లించెదను – జీవితాంతము</a:t>
              </a:r>
            </a:p>
            <a:p>
              <a:pPr defTabSz="439781">
                <a:defRPr/>
              </a:pP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ఎత్తైన కోటవు నీవే – నన్ను కాపాడు కేడెము నీవే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ఆశ్రయమైన బండవు నీవే –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శాశ్వత కృపకాధారము నీవే 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ప్రతిక్షణమును నీవు –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దీవెనగా మార్చి – నడిపించుచున్నావు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– చెల్లించెదను – జీవితాంతము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44019"/>
              <a:ext cx="4749801" cy="6355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నాలో మధురమైనది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అది నా ఊహకందని క్షేమ శిఖరము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ఏరి కోరుకున్నావు ప్రేమ చూపి నన్ను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పరవశించి నాలో మహిమపరతు నిన్నే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సర్వకృపానిధి నీవు – సర్వాధికారివి నీవు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 స్వరూపివి నీవు – ఆరాధింతును నిన్నే</a:t>
              </a:r>
            </a:p>
            <a:p>
              <a:pPr defTabSz="439781"/>
              <a:endParaRPr lang="te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చేరితి నిన్నే విరిగిన మనస్సుతో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కాదనలేదే నా మనవులు నీవు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హృదయము నిండిన గానం – నను నడిపే ప్రేమ కావ్యం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నిరతము నాలో నీవే – చెరగని దివ్య రూపం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నీ బాహు బంధాల అనుబంధమా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తేజోవిరాజా స్తుతి మహిమలు నీకే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యేసురాజా ఆరాధన నీకే (2)</a:t>
              </a:r>
              <a:endParaRPr lang="en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endParaRPr lang="te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 పదములో జీవము నీవే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 అడుగులో విజయము నీవే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ఎన్నడు విడువని ప్రేమ – నిను చేరే క్షణము రాదా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నీడగా నాతో నిలిచే – నీ కృపయే నాకు చాలును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నీ ప్రేమ కురిపించు హేమంతమా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తేజోవిరాజా స్తుతి మహిమలు నీకే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యేసురాజా ఆరాధన నీకే (2</a:t>
              </a:r>
              <a:r>
                <a:rPr lang="en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  <a:endParaRPr lang="te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35776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E29B-C121-4EE2-96D2-B50349B9AEB6}"/>
              </a:ext>
            </a:extLst>
          </p:cNvPr>
          <p:cNvSpPr/>
          <p:nvPr/>
        </p:nvSpPr>
        <p:spPr>
          <a:xfrm>
            <a:off x="7021458" y="6684761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68D772-32D4-45FD-A15D-744327419879}"/>
              </a:ext>
            </a:extLst>
          </p:cNvPr>
          <p:cNvSpPr/>
          <p:nvPr/>
        </p:nvSpPr>
        <p:spPr>
          <a:xfrm>
            <a:off x="2010310" y="6679690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972</TotalTime>
  <Words>420</Words>
  <Application>Microsoft Office PowerPoint</Application>
  <PresentationFormat>A4 Paper (210x297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137</cp:revision>
  <dcterms:created xsi:type="dcterms:W3CDTF">2024-09-21T15:36:03Z</dcterms:created>
  <dcterms:modified xsi:type="dcterms:W3CDTF">2025-03-29T16:42:15Z</dcterms:modified>
</cp:coreProperties>
</file>