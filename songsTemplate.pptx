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536" y="37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21-12-2024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2140" y="309857"/>
              <a:ext cx="4483140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చాలిన దేవుడవు యేసు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చాలిన దేవుడ నీవు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వ్యాధి బాధ సమయములో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కష్టసుడుల తరంగములో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ఏమున్నా లేకున్నా ఏ స్ధితికైనా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చాలిన దేవుడ నీవు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అంజూర చెట్లు పూయకున్నను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ద్రాక్ష చెట్లు ఫలింపకున్నను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చేనులోని పైరు పండకపోయినను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శాలలోని పశువులు లేక పోయినను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గాఢాంధకారాన పయనించిన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పొంగు సాగరా లెదురైన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లోకమంత ఒకటైన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అన్యాయ తీర్పుకు గురిచేసిన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సత్యము పలుకుటచే నష్టము కలిగినను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693837" cy="6493935"/>
            <a:chOff x="160868" y="182032"/>
            <a:chExt cx="5693837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40243" y="276251"/>
              <a:ext cx="5614462" cy="62324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గడిపే ప్రతి క్షణము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ఆనంద బాష్పాలు ఆగవయ్యా (2)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 తలంచగా మేళ్లు యోచించగా (2)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గలమాగదు స్తుతించక – నిను కీర్తించక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యేసయ్యా – నా యేసయ్యా (4)</a:t>
              </a:r>
            </a:p>
            <a:p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మారా వంటి నా జీవితాన్ని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మధురముగా మార్చి ఘనపరచినావు (2)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ప్రేమ చేత కాదు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నను ప్రేమించి (2)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రక్తాన్ని చిందించి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రక్షించావు (2)</a:t>
              </a:r>
            </a:p>
            <a:p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గమ్యమే లేని ఓ బాటసారిని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ఉన్నాను భయము లేదన్నావు (2)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శక్తి చేత కాదు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ఆత్మ ద్వారానే (2)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వాగ్ధానము నెరవేర్చి</a:t>
              </a:r>
            </a:p>
            <a:p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వారసుని చేసావు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95835" cy="6493935"/>
            <a:chOff x="160868" y="182032"/>
            <a:chExt cx="4795835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08503" y="768683"/>
              <a:ext cx="4648200" cy="4154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సింహాసనాసీనుడా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రాజా దివ్య తేజా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అద్వితీయుడవు పరిశుద్ధుడవు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అతి సుందరుడవు నీవే ప్రభూ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నీతి న్యాయములు నీ సింహాసనాధారం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 సత్యములు నీ సన్నిధానవర్తులు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బలియు అర్పణ కోరవు నీవు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బలియైతివి నా దోషముకై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హృదయమే నీ ప్రియమగు ఆలయం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స్తుతియాగమునే చేసెద నిరతం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28492" cy="6538635"/>
            <a:chOff x="160868" y="182032"/>
            <a:chExt cx="4828492" cy="65386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39559" y="195804"/>
              <a:ext cx="4749801" cy="65248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అపారమైనది నీ కృప 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అమూల్యమైనది నీ కృప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జీవము కంటె ఉత్తమమైనది 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పర్వత శిఖరము కన్న ఎతైనది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 కృప కృప కృప నీకృప   ॥2॥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 దాస్యములో చిక్కబడి యుండగా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రక్షించెను నీకృప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రోగబలహీనతందునే కృంగి యుండగా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స్వస్థపరచును నీకృప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మారా వంటి జీవితం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మధురముగా మార్చెను నీ కృప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హీన స్థితిలో పడిపోయి ఉండగా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లేవనెత్తేను నీ కృప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ఆదరించు వారు లేక అలసియున్న నన్ను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ఆదరించెను నీ కృప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మోడైన నా జీవితం 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చిగురింపజేసెను నీ కృప 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739</TotalTime>
  <Words>255</Words>
  <Application>Microsoft Office PowerPoint</Application>
  <PresentationFormat>A4 Paper (210x297 mm)</PresentationFormat>
  <Paragraphs>71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77</cp:revision>
  <dcterms:created xsi:type="dcterms:W3CDTF">2024-09-21T15:36:03Z</dcterms:created>
  <dcterms:modified xsi:type="dcterms:W3CDTF">2024-12-21T14:36:09Z</dcterms:modified>
</cp:coreProperties>
</file>