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1146" y="10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18523" y="331486"/>
              <a:ext cx="4483140" cy="5170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దినం సదా నా యేసుకే సొంతం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నాధుని ప్రసన్నత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తోడ నడచును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రానున్న కాలము – కలత నివ్వదు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మంచి కాపరీ సదా – నన్ను నడుపును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ఎడారులు లోయలు ఎదురు నిలచినా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ఎన్నడెవరు నడువని బాటయైనను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వెరవదెన్నడైనను నాదు హృదయము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గాయపడిన యేసుపాదం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అందు నడచెను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ప్రవాహం వోలె శోదకుండు ఎదురు వచ్చినా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యుద్ధకేక నా నోట యేసు నామమే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విరోదమైన ఆయుధాలు యేవి ఫలించవు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నిస్సియే నాదు విజయము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5650295" cy="6493935"/>
            <a:chOff x="160868" y="182032"/>
            <a:chExt cx="5650295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196701" y="276251"/>
              <a:ext cx="5614462" cy="60016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సద్గుణ శీలుడా నీవే పూజ్యుడవు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ఆరాధనకు నీవే యోగ్యుడవు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 ప్రమాణముతో శాశ్వత కృపనిచ్చి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ప్రియుని స్వాస్థ్యము నాకిచ్చితివి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నీ సంకల్పమే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 నాపై నీకున్న అనురాగమే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 సునాదమును నా శ్రమదినమున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మధుర గీతికగా మదిలో వినిపించి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సిలువలో దాగిన సర్వసంపదలిచ్చి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కాంతిమయముగా కనపరచితివే నీ ఆత్మ శక్తితో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నాతోడు నీడవై మరపురాని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మహోప కార్యములు నాకై చేసి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చీకటి దాచిన -వేకువగా మార్చి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బలమైన జనముగా నిర్దారించితివి నీ కీర్తి కొరకే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506736" cy="6493935"/>
            <a:chOff x="160868" y="182032"/>
            <a:chExt cx="5506736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1993" y="352014"/>
              <a:ext cx="5395611" cy="57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 సత్య సంపూర్ణుడా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సర్వలోకానికే చక్రవర్తివి నీవే యేసయ్యా -2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 సన్మానానికే మహనీయుడవు నీవేనయా ... 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మహనీయుడవు నీవేనయా ... </a:t>
              </a:r>
            </a:p>
            <a:p>
              <a:pPr defTabSz="439781">
                <a:defRPr/>
              </a:pP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ఎర్ర సముద్రము నీ ఆజ్ఞ మేరకు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రహదారిగా మారగా 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దాటిరే నీ జనులు బహు క్షేమముగా -2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ఆ జలములలోనే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శత్రు సైన్యము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మునిగిపోయెనే - 2            </a:t>
              </a:r>
            </a:p>
            <a:p>
              <a:pPr defTabSz="439781">
                <a:defRPr/>
              </a:pP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నూతన క్రియను చేయుచున్నానని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 సెలవీయ్యగా 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 ఎడారి జీవితమే సుఖ సౌఖ్యము కాగా -2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 అరణ్య రోదన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ఉల్లాసముగా మారిపోయెనే - 2                    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01662" cy="6493935"/>
            <a:chOff x="160868" y="182032"/>
            <a:chExt cx="48016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12729" y="286334"/>
              <a:ext cx="4749801" cy="57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నమ్మదగిన వాడవు సహయుడవు యెసయ్యా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ఆపత్కలములో ఆశ్రయమైనది నీవేనయ్యా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చెర నుండి విడిపించి చెలిమితో మంధించి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నడిపించినావే మందవలె నీ స్వాస్ధ్యమును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జనులకు నీవు న్యయాధిపతివైతివే శత్రువుల కోటలన్ని కూలిపొయెను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సంకెళ్ళ సంబరాలు మూగబోయెను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నీరిక్షణ కర్తవైన నిన్నే నమ్మిన ప్రజలు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నిత్యనంద భరితులై సీయోను కు తిరిగి వచ్చెను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ప్రియులను నీవు కాపాడే మంచి కాపరి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జఠిలమైన త్రోవలన్ని దాటించితివి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సమృద్ధి జీవముతో పోషించితివి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ఆలోచన కర్తవైన నీ స్వరమే వినగా</a:t>
              </a: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నిత్యాదరణను పొంది నీ క్రియలను వివరించెను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761</TotalTime>
  <Words>274</Words>
  <Application>Microsoft Office PowerPoint</Application>
  <PresentationFormat>A4 Paper (210x297 mm)</PresentationFormat>
  <Paragraphs>50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84</cp:revision>
  <dcterms:created xsi:type="dcterms:W3CDTF">2024-09-21T15:36:03Z</dcterms:created>
  <dcterms:modified xsi:type="dcterms:W3CDTF">2025-01-04T14:33:26Z</dcterms:modified>
</cp:coreProperties>
</file>