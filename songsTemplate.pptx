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2490" y="912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16-10-2024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16-10-2024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16-10-2024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16-10-2024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16-10-2024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16-10-2024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16-10-2024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16-10-2024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16-10-2024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16-10-2024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16-10-2024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16-10-2024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5190669" cy="6630833"/>
            <a:chOff x="160868" y="182032"/>
            <a:chExt cx="5190669" cy="663083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38127" y="257224"/>
              <a:ext cx="5113410" cy="65556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ప్రేమా పూర్ణుడా స్నేహశీలుడా 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విశ్వనాధుడా విజయ వీరుడా 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ఆపత్కాల మందున సర్వ లోకమందున్న 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దీన జనాలి దీపముగా వెలుగుచున్నవాడా  ..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ఆరాధింతు నిన్నే లోక రక్షకుడా 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ఆనందింతు నీలో జీవితాంతము (2)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కృప ఎంత ఉన్నతమో వర్ణించలేను స్వామి 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కృప యందు తుది వరకు నడిపించు యేసయ్యా (2)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తోడు నీవుంటే అంతే చాలయ్యా 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ముందు నీవుంటే భయమే లేదయ్యా (2) </a:t>
              </a:r>
            </a:p>
            <a:p>
              <a:pPr defTabSz="439781">
                <a:defRPr/>
              </a:pPr>
              <a:endParaRPr lang="te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en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1. </a:t>
              </a: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పూర్ణమై సంపూర్ణమైన నీ దివ్య చిత్తమే 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నీవు నను నడిపే నూతనమైన జీవ మార్గము (2) 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ఇహ మందు పరమందు ఆశ్రయమైన వాడవు 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ఇన్నాళ్లు క్షణమైనా నన్ను మరువని యేసయ్యా (2)</a:t>
              </a:r>
              <a:endParaRPr lang="en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algn="ctr" defTabSz="439781">
                <a:defRPr/>
              </a:pPr>
              <a:r>
                <a:rPr lang="en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                              		|| </a:t>
              </a: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తోడు</a:t>
              </a:r>
              <a:r>
                <a:rPr lang="en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 ||</a:t>
              </a: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                         </a:t>
              </a:r>
            </a:p>
            <a:p>
              <a:pPr defTabSz="439781">
                <a:defRPr/>
              </a:pPr>
              <a:r>
                <a:rPr lang="en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2. </a:t>
              </a: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భాగ్యమే సౌభాగ్యమే నీ దివ్య సన్నిధి 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బహు విస్తారమైన నీ కృప నాపై చూపితివే (2) 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బలమైన ఘనమైన నీ నామమందు హర్షించి 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భజయించి కీర్తించి ఘనపరతు నిన్ను యేసయ్యా (2)</a:t>
              </a:r>
              <a:endParaRPr lang="en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en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							|| </a:t>
              </a: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తోడు</a:t>
              </a:r>
              <a:r>
                <a:rPr lang="en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 ||</a:t>
              </a:r>
              <a:endParaRPr lang="te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261380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724399" cy="6493935"/>
            <a:chOff x="160868" y="182032"/>
            <a:chExt cx="4724399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343961" y="770800"/>
              <a:ext cx="4541306" cy="50475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స్తోత్రము స్తుతి స్తోత్రము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వేలాది వందనాలు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కలుగును గాక నీకే మహిమ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ఎల్లప్పుడూ స్తుతి స్తోత్రము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 యేసయ్య యేసయ్య (4)</a:t>
              </a:r>
            </a:p>
            <a:p>
              <a:pPr defTabSz="439781">
                <a:defRPr/>
              </a:pPr>
              <a:endParaRPr lang="te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en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1. </a:t>
              </a: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శూన్యము నుండి సమస్తము కలుగజేసెను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నిరాకారమైన నా జీవితమునకు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రూపము నిచ్చెను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యేసే నా సర్వము</a:t>
              </a:r>
              <a:r>
                <a:rPr lang="en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 - </a:t>
              </a: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యేసే నా సమస్తము</a:t>
              </a:r>
            </a:p>
            <a:p>
              <a:pPr defTabSz="439781">
                <a:defRPr/>
              </a:pPr>
              <a:endParaRPr lang="te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en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2. </a:t>
              </a: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పరము నుండి భూమికి దిగివచ్చిన యేసు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సిలువ మరణమునొంది మార్గము తెరిచెను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యేసే నా రక్షణ</a:t>
              </a:r>
              <a:r>
                <a:rPr lang="en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 - </a:t>
              </a: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యేసే నా నిరీక్షణ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831293" cy="6493935"/>
            <a:chOff x="160868" y="182032"/>
            <a:chExt cx="4831293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343961" y="729375"/>
              <a:ext cx="4648200" cy="56323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ప్రాణమా నా అంతరంగమా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నాలో వున్న నా సమస్తమా 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యెహోవ చేసిన ఉపకారములలో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దేనిని మరువక కొనియాడుమా 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ఆ.. ఆ… ఆ.. ఆ… ఆ.. ఆ…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en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1. </a:t>
              </a: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దోషములన్ని క్షమియించువాడు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పాపములన్ని పార ద్రోలువాడు 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పరమ వైద్యుడు ప్రభు యేసుడు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పరిశుద్ధ నామమును సన్నుతించుమా (2)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en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2. </a:t>
              </a: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సమాధిలోనుండి నీ ప్రాణమును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విమోచించుచున్నాడు శ్రీయేసుడు 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కరుణా కటాక్షములను నీకు కిరీటముగా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ధరియింపజేయును ప్రభు యేసుడు (2)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660899" cy="6493935"/>
            <a:chOff x="160868" y="182032"/>
            <a:chExt cx="4660899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80461" y="861353"/>
              <a:ext cx="4541306" cy="48320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యేసయ్యా నా హృదయ స్పందన నీవే కదా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విశ్వమంతా నీ నామము ఘణనీయము (2)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1.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నీవు కనిపించని రోజున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ఒక క్షణమొక యుగముగా మారెనే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నీవు నడిపించిన రోజున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యుగయుగాల తలపు మది నిండెనే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యుగయుగాల తలపు మది నిండెనే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2.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నీవు మాట్లాడని రోజున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కనులకు నిద్దుర కరువాయెనే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నీవు పెదవిప్పిన రోజున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సన్నిధి పచ్చిక బయలాయెనే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సన్నిధి పచ్చిక బయలాయెనే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283</TotalTime>
  <Words>330</Words>
  <Application>Microsoft Office PowerPoint</Application>
  <PresentationFormat>A4 Paper (210x297 mm)</PresentationFormat>
  <Paragraphs>68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27</cp:revision>
  <dcterms:created xsi:type="dcterms:W3CDTF">2024-09-21T15:36:03Z</dcterms:created>
  <dcterms:modified xsi:type="dcterms:W3CDTF">2024-10-16T17:39:35Z</dcterms:modified>
</cp:coreProperties>
</file>