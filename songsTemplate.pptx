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2316" y="912"/>
      </p:cViewPr>
      <p:guideLst>
        <p:guide orient="horz" pos="2137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43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052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977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781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030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466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613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931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578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235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2B08-ED9E-409F-B95F-09CAA1DAF6E0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31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02B08-ED9E-409F-B95F-09CAA1DAF6E0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8F3A4-3E22-4F35-B466-DE3DF09E7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101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7E1EC36-C610-4951-92FB-5FA9BAA559EC}"/>
              </a:ext>
            </a:extLst>
          </p:cNvPr>
          <p:cNvGrpSpPr/>
          <p:nvPr/>
        </p:nvGrpSpPr>
        <p:grpSpPr>
          <a:xfrm>
            <a:off x="160868" y="182031"/>
            <a:ext cx="4648200" cy="6863417"/>
            <a:chOff x="160868" y="182031"/>
            <a:chExt cx="4648200" cy="686341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B702E0D-FD8D-4F00-8F9D-9ACEED91C763}"/>
                </a:ext>
              </a:extLst>
            </p:cNvPr>
            <p:cNvSpPr/>
            <p:nvPr/>
          </p:nvSpPr>
          <p:spPr>
            <a:xfrm>
              <a:off x="160868" y="182032"/>
              <a:ext cx="4648200" cy="6493935"/>
            </a:xfrm>
            <a:prstGeom prst="rect">
              <a:avLst/>
            </a:prstGeom>
            <a:noFill/>
            <a:ln w="19050" cmpd="thinThick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F65C11-52F8-415B-A70B-C02268F6F4A1}"/>
                </a:ext>
              </a:extLst>
            </p:cNvPr>
            <p:cNvSpPr txBox="1"/>
            <p:nvPr/>
          </p:nvSpPr>
          <p:spPr>
            <a:xfrm>
              <a:off x="243398" y="182031"/>
              <a:ext cx="4483140" cy="6863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నిజమైన ద్రాక్షావల్లి నీవే</a:t>
              </a:r>
              <a:b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నిత్యమైన సంతోషము నీలోనే </a:t>
              </a:r>
              <a:b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శాశ్వతమైనది ఎంతో మధురమైనది</a:t>
              </a: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నాపైన నీకున్న ప్రేమ ఎనలేని నీ ప్రేమ    </a:t>
              </a:r>
            </a:p>
            <a:p>
              <a:pPr defTabSz="439781">
                <a:defRPr/>
              </a:pPr>
              <a:endParaRPr lang="te-IN" sz="22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అతి కాంక్షనీయుడా దివ్యమైన నీ రూపులో</a:t>
              </a:r>
              <a:b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జీవించున్నాను నీ ప్రేమకు నే పత్రికగా </a:t>
              </a:r>
              <a:b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శిధిలమై యుండగా నన్ను నీదు రక్తముతో కడిగి</a:t>
              </a:r>
              <a:b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నీ పోలికగా మార్చినావే నా యేసయ్యా      </a:t>
              </a:r>
            </a:p>
            <a:p>
              <a:pPr defTabSz="439781">
                <a:defRPr/>
              </a:pPr>
              <a:endParaRPr lang="te-IN" sz="22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నా ప్రాణ ప్రియుడా శ్రేష్టమైన ఫలములతో</a:t>
              </a:r>
              <a:b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అర్పించుచున్నాను సర్వము నీకే అర్పణగా </a:t>
              </a:r>
              <a:b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వాడిపోనివ్వక నాకు ఆశ్రయమైతివి నీవు</a:t>
              </a:r>
              <a:b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జీవపు ఊటవై బలపరచితివి నా యేసయ్యా </a:t>
              </a:r>
              <a:endParaRPr lang="en-US" sz="22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endParaRPr lang="en-US" sz="22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షాలేము రాజా రమ్యమైన సీయోనుకే</a:t>
              </a:r>
              <a:b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నను నడిపించుము నీ చిత్తమైన మార్గములో </a:t>
              </a:r>
              <a:b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అలసి పోనివ్వక నన్ను నీదు ఆత్మతో నింపి</a:t>
              </a:r>
              <a:b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</a:b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ఆదరణ కర్తవై నను చేర్చుము నీ రాజ్యములో</a:t>
              </a:r>
            </a:p>
            <a:p>
              <a:pPr defTabSz="439781">
                <a:defRPr/>
              </a:pPr>
              <a:endParaRPr lang="te-IN" sz="22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70ED263-63AA-434F-8E88-AB7AD897A1CD}"/>
                </a:ext>
              </a:extLst>
            </p:cNvPr>
            <p:cNvSpPr/>
            <p:nvPr/>
          </p:nvSpPr>
          <p:spPr>
            <a:xfrm>
              <a:off x="4312694" y="309857"/>
              <a:ext cx="390525" cy="390525"/>
            </a:xfrm>
            <a:prstGeom prst="ellipse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D4861E3-0140-4666-A772-E1339125A35F}"/>
              </a:ext>
            </a:extLst>
          </p:cNvPr>
          <p:cNvGrpSpPr/>
          <p:nvPr/>
        </p:nvGrpSpPr>
        <p:grpSpPr>
          <a:xfrm>
            <a:off x="5104338" y="182031"/>
            <a:ext cx="5718029" cy="6524392"/>
            <a:chOff x="160868" y="182032"/>
            <a:chExt cx="5718029" cy="652439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E606F7A-0439-43E4-A07F-A35A8691EB42}"/>
                </a:ext>
              </a:extLst>
            </p:cNvPr>
            <p:cNvSpPr/>
            <p:nvPr/>
          </p:nvSpPr>
          <p:spPr>
            <a:xfrm>
              <a:off x="160868" y="182032"/>
              <a:ext cx="4648200" cy="6493935"/>
            </a:xfrm>
            <a:prstGeom prst="rect">
              <a:avLst/>
            </a:prstGeom>
            <a:noFill/>
            <a:ln w="19050" cmpd="thinThick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950E5A-63C0-4187-892B-9549599FCD15}"/>
                </a:ext>
              </a:extLst>
            </p:cNvPr>
            <p:cNvSpPr txBox="1"/>
            <p:nvPr/>
          </p:nvSpPr>
          <p:spPr>
            <a:xfrm>
              <a:off x="264435" y="243116"/>
              <a:ext cx="5614462" cy="6463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నీ ప్రేమ ఎంతో అపారము</a:t>
              </a:r>
            </a:p>
            <a:p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వర్ణింపతరమా నా ప్రభూ</a:t>
              </a:r>
            </a:p>
            <a:p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పులకింప చేసెను నా హృది</a:t>
              </a:r>
            </a:p>
            <a:p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హృదయేశ్వరా నా యేసువా</a:t>
              </a:r>
            </a:p>
            <a:p>
              <a:endParaRPr lang="te-IN" sz="23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నన్ను ఎంతో ప్రేమించి</a:t>
              </a:r>
            </a:p>
            <a:p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నాదు పాపమె క్షమియించి</a:t>
              </a:r>
            </a:p>
            <a:p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కృప కనికరముల నీడలో</a:t>
              </a:r>
            </a:p>
            <a:p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నన్ను చేర్చిన నా ప్రభూ</a:t>
              </a:r>
            </a:p>
            <a:p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జీవితమంతా స్తుతియించినా</a:t>
              </a:r>
            </a:p>
            <a:p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తీరునా నీ ఋణం</a:t>
              </a:r>
            </a:p>
            <a:p>
              <a:endParaRPr lang="te-IN" sz="23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నీదు సన్నిధిలో కాంక్షించి</a:t>
              </a:r>
            </a:p>
            <a:p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పాప బ్రతుకే వీడితిని</a:t>
              </a:r>
            </a:p>
            <a:p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నీదు జీవమె నిండుగ</a:t>
              </a:r>
            </a:p>
            <a:p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నాలో నింపుము నా ప్రభు</a:t>
              </a:r>
            </a:p>
            <a:p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జీవితమంతా నీ ప్రేమనూ</a:t>
              </a:r>
            </a:p>
            <a:p>
              <a:r>
                <a:rPr lang="te-IN" sz="2300" dirty="0">
                  <a:latin typeface="Ramabhadra" panose="02000600000000000000" pitchFamily="2" charset="0"/>
                  <a:cs typeface="Ramabhadra" panose="02000600000000000000" pitchFamily="2" charset="0"/>
                </a:rPr>
                <a:t>చాటుచు నుందును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6F461D1-594E-4D24-8238-761378173A6A}"/>
                </a:ext>
              </a:extLst>
            </p:cNvPr>
            <p:cNvSpPr/>
            <p:nvPr/>
          </p:nvSpPr>
          <p:spPr>
            <a:xfrm>
              <a:off x="4224907" y="326430"/>
              <a:ext cx="390525" cy="390525"/>
            </a:xfrm>
            <a:prstGeom prst="ellipse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2490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7E1EC36-C610-4951-92FB-5FA9BAA559EC}"/>
              </a:ext>
            </a:extLst>
          </p:cNvPr>
          <p:cNvGrpSpPr/>
          <p:nvPr/>
        </p:nvGrpSpPr>
        <p:grpSpPr>
          <a:xfrm>
            <a:off x="160868" y="182032"/>
            <a:ext cx="5472868" cy="6551396"/>
            <a:chOff x="160868" y="182032"/>
            <a:chExt cx="5472868" cy="65513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B702E0D-FD8D-4F00-8F9D-9ACEED91C763}"/>
                </a:ext>
              </a:extLst>
            </p:cNvPr>
            <p:cNvSpPr/>
            <p:nvPr/>
          </p:nvSpPr>
          <p:spPr>
            <a:xfrm>
              <a:off x="160868" y="182032"/>
              <a:ext cx="4648200" cy="6493935"/>
            </a:xfrm>
            <a:prstGeom prst="rect">
              <a:avLst/>
            </a:prstGeom>
            <a:noFill/>
            <a:ln w="19050" cmpd="thinThick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F65C11-52F8-415B-A70B-C02268F6F4A1}"/>
                </a:ext>
              </a:extLst>
            </p:cNvPr>
            <p:cNvSpPr txBox="1"/>
            <p:nvPr/>
          </p:nvSpPr>
          <p:spPr>
            <a:xfrm>
              <a:off x="238125" y="208565"/>
              <a:ext cx="5395611" cy="6524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సంవత్సరములు గతియించు చుండ –</a:t>
              </a: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నను నూతన పరుచుము</a:t>
              </a: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యేసయ్యా నీ రూపముకు మార్చుము </a:t>
              </a:r>
              <a:r>
                <a:rPr lang="en-US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(2)</a:t>
              </a:r>
              <a:endParaRPr lang="te-IN" sz="22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హిమము కంటే తెల్లగా –</a:t>
              </a: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పరిశుద్ధపరుచుము నా రక్షకా </a:t>
              </a:r>
              <a:r>
                <a:rPr lang="en-US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(2)</a:t>
              </a: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 </a:t>
              </a:r>
            </a:p>
            <a:p>
              <a:pPr defTabSz="439781">
                <a:defRPr/>
              </a:pPr>
              <a:endParaRPr lang="te-IN" sz="22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దినదినంబు నీకు సమీపమై –</a:t>
              </a: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ప్రతి క్షణం నా సిలువను మోయుచు</a:t>
              </a: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వెనుకకు  చూడకనే నేను సాగెదను-</a:t>
              </a: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శిలువను చూచుచునే గురిని చేరెదను</a:t>
              </a: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నీ ఆత్మతో నను నింపుమా –</a:t>
              </a: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నీ సేవజేతును స్థిరపరచుమా</a:t>
              </a:r>
              <a:r>
                <a:rPr lang="en-US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 (2)</a:t>
              </a:r>
              <a:endParaRPr lang="te-IN" sz="22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endParaRPr lang="te-IN" sz="22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నూత్న మనస్సు </a:t>
              </a:r>
              <a:r>
                <a:rPr lang="en-US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-</a:t>
              </a: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 నూత్న ఆత్మను</a:t>
              </a: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- నూత్నజీవమును నింపుము దేవా</a:t>
              </a: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రాతిగుండెనే మార్చు యేసయ్యా –</a:t>
              </a: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మాంసపు గుండెనే అమర్చుమో దేవా</a:t>
              </a: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నీ హృదయము నాకిమ్మయ్యా –</a:t>
              </a:r>
            </a:p>
            <a:p>
              <a:pPr defTabSz="439781">
                <a:defRPr/>
              </a:pPr>
              <a:r>
                <a:rPr lang="te-IN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లోకాన్ని నీకై సంపాదించెదా</a:t>
              </a:r>
              <a:r>
                <a:rPr lang="en-US" sz="2200" dirty="0">
                  <a:latin typeface="Ramabhadra" panose="02000600000000000000" pitchFamily="2" charset="0"/>
                  <a:cs typeface="Ramabhadra" panose="02000600000000000000" pitchFamily="2" charset="0"/>
                </a:rPr>
                <a:t> (2)</a:t>
              </a:r>
              <a:endParaRPr lang="te-IN" sz="22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70ED263-63AA-434F-8E88-AB7AD897A1CD}"/>
                </a:ext>
              </a:extLst>
            </p:cNvPr>
            <p:cNvSpPr/>
            <p:nvPr/>
          </p:nvSpPr>
          <p:spPr>
            <a:xfrm>
              <a:off x="4282546" y="320167"/>
              <a:ext cx="390525" cy="390525"/>
            </a:xfrm>
            <a:prstGeom prst="ellipse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D4861E3-0140-4666-A772-E1339125A35F}"/>
              </a:ext>
            </a:extLst>
          </p:cNvPr>
          <p:cNvGrpSpPr/>
          <p:nvPr/>
        </p:nvGrpSpPr>
        <p:grpSpPr>
          <a:xfrm>
            <a:off x="5104338" y="182031"/>
            <a:ext cx="4930770" cy="6493935"/>
            <a:chOff x="160868" y="182032"/>
            <a:chExt cx="4930770" cy="649393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E606F7A-0439-43E4-A07F-A35A8691EB42}"/>
                </a:ext>
              </a:extLst>
            </p:cNvPr>
            <p:cNvSpPr/>
            <p:nvPr/>
          </p:nvSpPr>
          <p:spPr>
            <a:xfrm>
              <a:off x="160868" y="182032"/>
              <a:ext cx="4648200" cy="6493935"/>
            </a:xfrm>
            <a:prstGeom prst="rect">
              <a:avLst/>
            </a:prstGeom>
            <a:noFill/>
            <a:ln w="19050" cmpd="thinThick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950E5A-63C0-4187-892B-9549599FCD15}"/>
                </a:ext>
              </a:extLst>
            </p:cNvPr>
            <p:cNvSpPr txBox="1"/>
            <p:nvPr/>
          </p:nvSpPr>
          <p:spPr>
            <a:xfrm>
              <a:off x="341837" y="324434"/>
              <a:ext cx="4749801" cy="6232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స్తుతులన్ గైకొనుమా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సుత యేసు క్రీస్తువా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సతతము మమ్ములను 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కృపనిడి కావుమా</a:t>
              </a:r>
            </a:p>
            <a:p>
              <a:pPr defTabSz="439781">
                <a:defRPr/>
              </a:pPr>
              <a:endParaRPr lang="te-IN" sz="21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మా పెదవులతో ఎప్పుడు నీ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వాక్యమును పఠింప నిమ్ము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మా కాలు చేతులు ఎప్పుడు నీ 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సేవను చేయను వాడనిమ్ము </a:t>
              </a:r>
            </a:p>
            <a:p>
              <a:pPr defTabSz="439781">
                <a:defRPr/>
              </a:pPr>
              <a:endParaRPr lang="te-IN" sz="21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మా కలిమియు పదవుల నెల్ల 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నీ శుద్ధ కృపచే పొందితిమి 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మా కాలమంతయు జీవింప 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నిలకడగ నుండ దీవించుము</a:t>
              </a:r>
            </a:p>
            <a:p>
              <a:pPr defTabSz="439781">
                <a:defRPr/>
              </a:pPr>
              <a:endParaRPr lang="te-IN" sz="2100" dirty="0">
                <a:latin typeface="Ramabhadra" panose="02000600000000000000" pitchFamily="2" charset="0"/>
                <a:cs typeface="Ramabhadra" panose="02000600000000000000" pitchFamily="2" charset="0"/>
              </a:endParaRP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నిజ విశ్వాసములో నెదుగ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నిశ్భల బుద్దిని మా కొసగి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నిరతము నీ సేవ చేయుటకు</a:t>
              </a:r>
            </a:p>
            <a:p>
              <a:pPr defTabSz="439781">
                <a:defRPr/>
              </a:pPr>
              <a:r>
                <a:rPr lang="te-IN" sz="2100" dirty="0">
                  <a:latin typeface="Ramabhadra" panose="02000600000000000000" pitchFamily="2" charset="0"/>
                  <a:cs typeface="Ramabhadra" panose="02000600000000000000" pitchFamily="2" charset="0"/>
                </a:rPr>
                <a:t>నీ ఆత్మ శక్తితో నింపుమయా 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6F461D1-594E-4D24-8238-761378173A6A}"/>
                </a:ext>
              </a:extLst>
            </p:cNvPr>
            <p:cNvSpPr/>
            <p:nvPr/>
          </p:nvSpPr>
          <p:spPr>
            <a:xfrm>
              <a:off x="4300012" y="286334"/>
              <a:ext cx="390525" cy="390525"/>
            </a:xfrm>
            <a:prstGeom prst="ellipse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9142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796</TotalTime>
  <Words>272</Words>
  <Application>Microsoft Office PowerPoint</Application>
  <PresentationFormat>A4 Paper (210x297 mm)</PresentationFormat>
  <Paragraphs>68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Ramabhadra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Venu Yalapala</dc:creator>
  <cp:lastModifiedBy>Venu Yalapala</cp:lastModifiedBy>
  <cp:revision>87</cp:revision>
  <dcterms:created xsi:type="dcterms:W3CDTF">2024-09-21T15:36:03Z</dcterms:created>
  <dcterms:modified xsi:type="dcterms:W3CDTF">2025-01-11T18:08:42Z</dcterms:modified>
</cp:coreProperties>
</file>