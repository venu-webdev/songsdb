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816" y="1446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28-09-2024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943470" cy="6493935"/>
            <a:chOff x="160868" y="182032"/>
            <a:chExt cx="494347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67762" y="787955"/>
              <a:ext cx="4836576" cy="49398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నేనెందుకని నీ సొత్తుగా మారితిని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యేసయ్యా నీ రక్తముచే... కడుగబడి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నందున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అనాది ప్రణాళికలో...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హర్షించెను నా హృదయసీమ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పరిచర్యను తుదముట్టించుటే...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నియమమాయెనే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సన్నిధిలో నీ పోందుకోరి...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స్నేహితుడనైతినే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అహా..! నాధన్యత ఓహో...!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నాభాగ్యము...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ఏమని వివరింతును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...</a:t>
              </a: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శ్రమలలో పాలొందుటయే... నా దర్శనమాయెనే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తనువందున శ్రమలు సహించి...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వారసుడనైతినే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అహా..! నాధన్యత ఓహో...!</a:t>
              </a:r>
              <a:r>
                <a:rPr lang="en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నాభాగ్యము...</a:t>
              </a:r>
              <a:endParaRPr lang="en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ఏమని వివరింతును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724399" cy="6493935"/>
            <a:chOff x="160868" y="182032"/>
            <a:chExt cx="4724399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343961" y="841707"/>
              <a:ext cx="4541306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స్తోత్రము చెల్లించెదము మన యేసుకే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స్తోత్రము చెల్లించెదము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మంచివాడు గొప్పవాడు మన దేవుడు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వాక్యమునిచ్చు దేవుడు (2)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యెరికో మనకు ముందు వచ్చినా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 యేసు ముందే నిలుచును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భయపడకు దిగులు పడకు -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ప్రార్ధించి స్తుతియించుము</a:t>
              </a:r>
            </a:p>
            <a:p>
              <a:pPr defTabSz="439781">
                <a:defRPr/>
              </a:pPr>
              <a:endParaRPr lang="te-IN" sz="22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గొల్యాత్ మనకు ఎదురు వచ్చినా –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క్రీస్తుయేసు ముందే నిలుచును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హల్లేలూయా – హల్లేలూయా</a:t>
              </a:r>
            </a:p>
            <a:p>
              <a:pPr defTabSz="439781">
                <a:defRPr/>
              </a:pPr>
              <a:r>
                <a:rPr lang="te-IN" sz="22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జయమని పాడెదమూ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767793" cy="6493935"/>
            <a:chOff x="160868" y="182032"/>
            <a:chExt cx="4767793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80461" y="835357"/>
              <a:ext cx="4648200" cy="4154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కొకరు ఉన్నారు నను ప్రేమించే వారు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అడవులలో అల్లాడగా కరుణతో నను వెదకెను  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ఆయనేసు... ఆయనేసు... 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మందలోని గొర్రెవలె మతి తప్పితిరిగితిని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కాపరివై వెదకి వచ్చి తనఒడి చేర్చుకొనున్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ఆయనేసు... ఆయనేసు... </a:t>
              </a:r>
            </a:p>
            <a:p>
              <a:pPr defTabSz="439781">
                <a:defRPr/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నన్నెరిగి నను పిలువ నా రాజుని ఎరిగితిని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పరమున నను చేర్చెన్  పరిశుద్ధునిగా మార్చెన్</a:t>
              </a:r>
            </a:p>
            <a:p>
              <a:pPr defTabSz="439781">
                <a:defRPr/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ఆయనేసు... ఆయనేసు... 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5229224" cy="6493935"/>
            <a:chOff x="160868" y="182032"/>
            <a:chExt cx="5229224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848786" y="474344"/>
              <a:ext cx="4541306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ప్రేమ ఎంతో అపారము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వర్ణింపతరమా నా ప్రభూ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పులకింప చేసెను నా హృది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హృదయేశ్వరా నా యేసువా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ఎంతో ప్రేమించి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నాదు పాపమె క్షమియించి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 కనికరముల నీడలో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నన్ను చేర్చిన నా ప్రభూ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జీవితమంతా స్తుతియించినా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తీరునా నీ ఋణం</a:t>
              </a:r>
            </a:p>
            <a:p>
              <a:pPr defTabSz="439781">
                <a:defRPr/>
              </a:pPr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నీదు సన్నిధినే కాంక్షించి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పాప బ్రతుకే వీడితి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నీదు జీవమె నిండుగ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నాలో నింపుము నా ప్రభు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జీవితమంతా నీ ప్రేమన్</a:t>
              </a:r>
            </a:p>
            <a:p>
              <a:pPr defTabSz="439781">
                <a:defRPr/>
              </a:pPr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చాటు చుందును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343961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</TotalTime>
  <Words>202</Words>
  <Application>Microsoft Office PowerPoint</Application>
  <PresentationFormat>A4 Paper (210x297 mm)</PresentationFormat>
  <Paragraphs>62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18</cp:revision>
  <dcterms:created xsi:type="dcterms:W3CDTF">2024-09-21T15:36:03Z</dcterms:created>
  <dcterms:modified xsi:type="dcterms:W3CDTF">2024-09-28T08:34:00Z</dcterms:modified>
</cp:coreProperties>
</file>