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458" y="28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16-11-2024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398025" cy="6493935"/>
            <a:chOff x="160868" y="182032"/>
            <a:chExt cx="5398025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445483" y="768681"/>
              <a:ext cx="5113410" cy="4893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సన్నుతించెదను - దయాళుడవు నీవని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నీవే దయాళుడవని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సన్నుతించెదను - 2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 సత్యములో నను నీవు నడిపి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ఆదరించిన –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పరిశుద్ధాత్ముడా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కృపాధారము నీవెగా –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షాలేమురాజా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సన్మానించెదను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కను చూపుల పరిధిలోనన్ను నిలిపి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చూపితివా నీ వాత్సల్యమును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కృపానిధివి నీవెగా - నా యేసురాజా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సన్మానించెదను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69283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81562" cy="6493935"/>
            <a:chOff x="160868" y="182032"/>
            <a:chExt cx="48815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501124" y="653009"/>
              <a:ext cx="4541306" cy="60016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కృపామయుడా – నీలోనా (2)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నివసింప జేసినందున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ఇదిగో నా స్తుతుల సింహాసనం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నీలో నివసింప జేసినందునా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ఇదిగో నా స్తుతుల సింహాసనం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కృపామయుడా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...</a:t>
              </a: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ఏ అపాయము నా గుడారము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సమీపించనీయక (2)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మార్గములన్నిటిలో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ఆశ్రయమైనందున (2)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చీకటి నుండి వెలుగులోనికి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పిలచిన తేజోమయా (2)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రాజవంశములో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యాజకత్వము చేసెదను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126563" cy="6493935"/>
            <a:chOff x="160868" y="182032"/>
            <a:chExt cx="5126563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639231" y="701293"/>
              <a:ext cx="4648200" cy="5847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పాత్రుడా – స్తోత్రార్హుడా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స్తుతులందుకో - పూజార్హుడా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ఆకాశమందు నీవు తప్ప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నాకెవరున్నారు నా ప్రభు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పాత్రుడా.... ఆఆఅ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శత్రువులు నను తరుముచుండగా 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-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యాత్మ నాలో కృంగెనే ప్రభూ -2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మనస్సు నీ వైపు త్రిప్పిన వెంటనే 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-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శత్రుల చేతినుండి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విడిపించినావు - కాపాడినావు -2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ప్రాణ స్నేహితులు నన్ను చూచి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-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దూరాన నిలిచేరు నా ప్రభూ -2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వాక్య ధ్యానమే నా త్రోవకు వెలుగై 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-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నిల్పెను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సన్నీధిలో - నీ సంఘములో -2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34975" cy="6493935"/>
            <a:chOff x="160868" y="182032"/>
            <a:chExt cx="4734975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54537" y="716955"/>
              <a:ext cx="4541306" cy="5478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ఎందుకో నన్నింతగా నీవు</a:t>
              </a:r>
              <a:endParaRPr lang="en-IN" sz="25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ప్రేమించితివో దేవా</a:t>
              </a:r>
              <a:b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అందుకో నా దీన స్తుతిపాత్ర</a:t>
              </a:r>
              <a:endParaRPr lang="en-IN" sz="25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 యేసయ్యా (2)</a:t>
              </a:r>
            </a:p>
            <a:p>
              <a:pPr defTabSz="439781">
                <a:defRPr/>
              </a:pPr>
              <a:endParaRPr lang="te-IN" sz="25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పాపము బాప నరరూపివైనావు</a:t>
              </a:r>
              <a:b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శాపము మాప నలిగి వ్రేలాడితివి</a:t>
              </a:r>
              <a:b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 చాలిన దేవుడవు</a:t>
              </a:r>
              <a:r>
                <a:rPr lang="en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</a:t>
              </a:r>
              <a:endParaRPr lang="en-IN" sz="25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స్థానములో నీవే (2)         </a:t>
              </a:r>
            </a:p>
            <a:p>
              <a:pPr defTabSz="439781">
                <a:defRPr/>
              </a:pPr>
              <a:endParaRPr lang="te-IN" sz="25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రూపము నాలో నిర్మించియున్నావు</a:t>
              </a:r>
              <a:b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పోలికలోనే నివసించుమన్నావు</a:t>
              </a:r>
              <a:b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నన్ను ఎన్నుకొంటివి</a:t>
              </a:r>
              <a:endParaRPr lang="en-IN" sz="25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5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కొరకై నీ కృపలో (2)           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378</TotalTime>
  <Words>221</Words>
  <Application>Microsoft Office PowerPoint</Application>
  <PresentationFormat>A4 Paper (210x297 mm)</PresentationFormat>
  <Paragraphs>59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49</cp:revision>
  <dcterms:created xsi:type="dcterms:W3CDTF">2024-09-21T15:36:03Z</dcterms:created>
  <dcterms:modified xsi:type="dcterms:W3CDTF">2024-11-16T13:22:39Z</dcterms:modified>
</cp:coreProperties>
</file>