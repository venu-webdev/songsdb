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7" autoAdjust="0"/>
    <p:restoredTop sz="94660"/>
  </p:normalViewPr>
  <p:slideViewPr>
    <p:cSldViewPr snapToGrid="0" showGuides="1">
      <p:cViewPr>
        <p:scale>
          <a:sx n="125" d="100"/>
          <a:sy n="125" d="100"/>
        </p:scale>
        <p:origin x="756" y="-24"/>
      </p:cViewPr>
      <p:guideLst>
        <p:guide orient="horz" pos="2137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07-12-2024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14433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07-12-2024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4052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07-12-2024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8977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07-12-2024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27818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07-12-2024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9030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07-12-2024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04666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07-12-2024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5613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07-12-2024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6931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07-12-2024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15786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07-12-2024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6235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07-12-2024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131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102B08-ED9E-409F-B95F-09CAA1DAF6E0}" type="datetimeFigureOut">
              <a:rPr lang="en-IN" smtClean="0"/>
              <a:t>07-12-2024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9101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4648200" cy="6493935"/>
            <a:chOff x="160868" y="182032"/>
            <a:chExt cx="4648200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272140" y="309857"/>
              <a:ext cx="4483140" cy="58477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మహాఘనుడవు మహోన్నతుడవు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పరిశుద్ధ స్థలములోనే నివసించువాడవు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కృపా సత్య సంపూర్ణమై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మా మధ్యలో నివసించుట న్యాయమా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నను పరిశుద్ధపరచుటే నీ ధర్మమా (2)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వినయముగల వారిని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తగిన సమయములో హెచ్చించువాడవని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నీవు వాడు పాత్రనై నేనుండుటకై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నిలిచియుందును పవిత్రతతో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హల్లెలూయా యేసయ్యా నీకే స్తోత్రమయా (2)</a:t>
              </a: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దీన మనస్సు గలవారికే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సమృద్ధిగా కృపను దయచేయువాడవని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సముఖములో సజీవ సాక్షినై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కాపాడుకొందును మెళకువతో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హల్లెలూయా యేసయ్యా నీకే స్తోత్రమయా (2)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4312694" y="309857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648200" cy="6493935"/>
            <a:chOff x="160868" y="182032"/>
            <a:chExt cx="4648200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267762" y="838158"/>
              <a:ext cx="4541306" cy="44935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యేసు నీకృపలో - మము కాపాడుము</a:t>
              </a:r>
              <a:r>
                <a:rPr lang="en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దేవా</a:t>
              </a: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మమ్ము రక్షించి </a:t>
              </a:r>
              <a:r>
                <a:rPr lang="en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- </a:t>
              </a: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నిత్య రాజ్యములో</a:t>
              </a: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నడుపుము మా ప్రభువా - నడుపుము మా ప్రభువా</a:t>
              </a: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సిలువను మోసుకొని - సువార్త చాటింప</a:t>
              </a: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విలువగు నీ శక్తిచే - నిత్యము నడిపించు</a:t>
              </a: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యేసు నీ రక్తములో - శుద్దిపరచి నన్ను</a:t>
              </a: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నిలుపుము జ్యోతివలె - నిలుపుము జ్యోతివలె  </a:t>
              </a:r>
            </a:p>
            <a:p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కృంగిన వేళలలో - అలసిన సమయములో</a:t>
              </a: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చేయి విడువకుము - నన్ను నిలబెట్టు</a:t>
              </a: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యేసు నీ రక్తములో - శుద్దిపరచి నన్ను</a:t>
              </a:r>
            </a:p>
            <a:p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నిలుపుము జ్యోతివలె - నిలుపుము జ్యోతివలె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4224907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2490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4831293" cy="6493935"/>
            <a:chOff x="160868" y="182032"/>
            <a:chExt cx="4831293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343961" y="716954"/>
              <a:ext cx="4648200" cy="55092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మదుర స్తుతులతో </a:t>
              </a:r>
              <a:r>
                <a:rPr lang="en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–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మ్రోదములరగ సదమది</a:t>
              </a:r>
              <a:r>
                <a:rPr lang="en-US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పాడుదమా</a:t>
              </a: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క్రీస్తుకు గానం చేయుదమా –</a:t>
              </a: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నూతన గానము చేయుదమా</a:t>
              </a:r>
            </a:p>
            <a:p>
              <a:pPr defTabSz="439781">
                <a:defRPr/>
              </a:pP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యేసే దేవుడని దేవుని కుమరుడని (</a:t>
              </a:r>
              <a:r>
                <a:rPr lang="en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2</a:t>
              </a: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ఆయనే పుజ్యుడని –</a:t>
              </a: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ప్రభువుకు గానం చేయుదమా</a:t>
              </a:r>
              <a:endParaRPr lang="en-US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నూతన గానము చేయుదమా</a:t>
              </a:r>
              <a:endParaRPr lang="en-US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endParaRPr lang="en-US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స్వర మండలముతో సితార సునాదముతో</a:t>
              </a:r>
              <a:endParaRPr lang="en-US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తంతి వాయిద్యములతో పిల్లన గ్రోవులతో</a:t>
              </a:r>
              <a:endParaRPr lang="en-US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మ్రోగుతాలంబులతో బూరల నాదముతో</a:t>
              </a: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గంభీర జయ ధ్వనులతో</a:t>
              </a: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ప్రభువుకు గానము చేయుదమా</a:t>
              </a:r>
              <a:endParaRPr lang="en-US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నూతన గానము చేయుదమా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343961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932894" cy="6493935"/>
            <a:chOff x="160868" y="182032"/>
            <a:chExt cx="4932894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343961" y="799864"/>
              <a:ext cx="4749801" cy="56938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600" dirty="0">
                  <a:latin typeface="Ramabhadra" panose="02000600000000000000" pitchFamily="2" charset="0"/>
                  <a:cs typeface="Ramabhadra" panose="02000600000000000000" pitchFamily="2" charset="0"/>
                </a:rPr>
                <a:t>తేజోమయా యేసయ్యా</a:t>
              </a:r>
              <a:r>
                <a:rPr lang="en-US" sz="2600" dirty="0">
                  <a:latin typeface="Ramabhadra" panose="02000600000000000000" pitchFamily="2" charset="0"/>
                  <a:cs typeface="Ramabhadra" panose="02000600000000000000" pitchFamily="2" charset="0"/>
                </a:rPr>
                <a:t>-</a:t>
              </a:r>
            </a:p>
            <a:p>
              <a:pPr defTabSz="439781">
                <a:defRPr/>
              </a:pPr>
              <a:r>
                <a:rPr lang="te-IN" sz="26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స్తుతి పాత్రుడవు నీవయ్యా</a:t>
              </a:r>
              <a:endParaRPr lang="en-US" sz="26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6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మహిమ ఘనత ప్రభావములు</a:t>
              </a:r>
              <a:endParaRPr lang="en-US" sz="26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6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సమస్తము నీకేనయా</a:t>
              </a:r>
              <a:endParaRPr lang="en-US" sz="26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endParaRPr lang="en-US" sz="26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6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నిజమైన దేవా నీవంటివాడు లేడు</a:t>
              </a:r>
              <a:endParaRPr lang="en-US" sz="26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6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మహాత్మ్యము గల నిన్ను పోలినవాడెవడు</a:t>
              </a:r>
              <a:endParaRPr lang="en-US" sz="26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6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నామము ఘనమైనదయా –</a:t>
              </a:r>
              <a:endParaRPr lang="en-US" sz="26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6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నరులు నీకు భయపడెదరయా</a:t>
              </a:r>
              <a:endParaRPr lang="en-US" sz="26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marL="457200" indent="-457200" defTabSz="439781">
                <a:buAutoNum type="arabicPeriod"/>
                <a:defRPr/>
              </a:pPr>
              <a:endParaRPr lang="en-US" sz="26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600" dirty="0">
                  <a:latin typeface="Ramabhadra" panose="02000600000000000000" pitchFamily="2" charset="0"/>
                  <a:cs typeface="Ramabhadra" panose="02000600000000000000" pitchFamily="2" charset="0"/>
                </a:rPr>
                <a:t>జనములకు రాజా జీవముగలిగిన నాథా</a:t>
              </a:r>
              <a:endParaRPr lang="en-US" sz="26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6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సమస్తము నిర్మించినవాడవు నీవెగదా</a:t>
              </a:r>
              <a:endParaRPr lang="en-US" sz="26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6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ఉగ్రత తాళలేమయా –</a:t>
              </a:r>
              <a:endParaRPr lang="en-US" sz="26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6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మేలు చేయగలవు నీవయా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343961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19142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591</TotalTime>
  <Words>226</Words>
  <Application>Microsoft Office PowerPoint</Application>
  <PresentationFormat>A4 Paper (210x297 mm)</PresentationFormat>
  <Paragraphs>64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Ramabhadra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Venu Yalapala</dc:creator>
  <cp:lastModifiedBy>Venu Yalapala</cp:lastModifiedBy>
  <cp:revision>70</cp:revision>
  <dcterms:created xsi:type="dcterms:W3CDTF">2024-09-21T15:36:03Z</dcterms:created>
  <dcterms:modified xsi:type="dcterms:W3CDTF">2024-12-07T16:31:55Z</dcterms:modified>
</cp:coreProperties>
</file>