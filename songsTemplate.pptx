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710" y="37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05-10-2024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943470" cy="6493935"/>
            <a:chOff x="160868" y="182032"/>
            <a:chExt cx="494347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67762" y="709414"/>
              <a:ext cx="4836576" cy="5847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చాలిన దేవుడవు యేసు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చాలిన దేవుడ నీవు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వ్యాధి బాధ సమయములో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కష్టసుడుల తరంగములో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ఏమున్నా లేకున్నా ఏ స్ధితికైనా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చాలిన దేవుడ నీవు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అంజూర చెట్లు పూయకున్నను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ద్రాక్ష చెట్లు ఫలింపకున్నను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చేనులోని పైరు పండకపోయినను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శాలలోని పశువులు లేక పోయినను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గాఢాంధకారాన పయనించిన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పొంగు సాగరా లెదురైన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లోకమంత ఒకటైన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అన్యాయ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తీర్పుకు గురిచేసిన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సత్యము పలుకుటచే నష్టము కలిగినను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24399" cy="6493935"/>
            <a:chOff x="160868" y="182032"/>
            <a:chExt cx="472439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3961" y="736932"/>
              <a:ext cx="4541306" cy="5847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 ఘనతకు అర్హుడవు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నా దైవము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సృష్టికర్త ముక్తి దాత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స్తుతులకు పాత్రుడా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ఆరాధనా నీకే ఆరాధనా నీకే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ఆరాధనా స్తుతి ఆరాధనా ఆరాధనా నీకే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ఆరాధనా నీకే ఆరాధనా నీకే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మన్నాను కురిపించినావు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బండనుండి నీల్లిచ్చినావు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ఈరే చూచుకొనును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సర్వము సమకూర్చును           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వ్యాధులను తొలగించినావు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మృతులను మరి లేపినావు 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రాఫా స్వస్థపరచును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స్వస్థపరచును                 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67793" cy="6493935"/>
            <a:chOff x="160868" y="182032"/>
            <a:chExt cx="476779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80461" y="835357"/>
              <a:ext cx="4648200" cy="4154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మాధుర్యమే నా ప్రభుతో జీవితం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మహిమానందమే – మహా ఆశ్చర్యమే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 శరీరులు గడ్డిని పోలిన వారైయున్నారు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వారి అందమంతయు పువ్వు వలె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వాడిపోవును – వాడిపోవును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నెమ్మది లేకుండా విస్తారమైన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ధనముండుట కంటే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దేవుని యందలి భయ భక్తులతో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ఉండుటే మేలు – ఉండుటే మేలు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24399" cy="6493935"/>
            <a:chOff x="160868" y="182032"/>
            <a:chExt cx="472439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3961" y="740943"/>
              <a:ext cx="4541306" cy="56323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నాదు రక్షక నీ మనసే ఉత్తమం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దినదినము నీతోనే వసియింతును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నేనేది పలికినను ఏమి చేసినను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ప్రేమనే కనుపరుతును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శక్తినే కొనియాడేదను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హృదిలో నీ వాక్యము నివసింపని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ప్రతిక్షణము ప్రతిదినము ధ్యానింతును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లోకము నను విడచిన నీవు విడువలేదు   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జయము జయము నీ శక్తితోనే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తండ్రి నా విభుడా పాలించుమా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ఆదరణ నా హృదిలోనా నింపుమయా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మనుజులు నను మరిచిన నీవు మరువలేదు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జయము జయము నీ ప్రేమతోనే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204</TotalTime>
  <Words>207</Words>
  <Application>Microsoft Office PowerPoint</Application>
  <PresentationFormat>A4 Paper (210x297 mm)</PresentationFormat>
  <Paragraphs>52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22</cp:revision>
  <dcterms:created xsi:type="dcterms:W3CDTF">2024-09-21T15:36:03Z</dcterms:created>
  <dcterms:modified xsi:type="dcterms:W3CDTF">2024-10-05T14:47:35Z</dcterms:modified>
</cp:coreProperties>
</file>