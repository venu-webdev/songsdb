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1320" y="10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12-10-2024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019669" cy="6493935"/>
            <a:chOff x="160868" y="182032"/>
            <a:chExt cx="5019669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748108"/>
              <a:ext cx="4836576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భూమ్యాకాశములు సృజించిన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నీకే స్తోత్రం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ఆశ్ఛర్యమైన క్రియలు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నేనెలా మరచిపోదును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లూయ హల్లెలూయా (4)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బానిసత్వమునుండి శ్రమల బారినుండి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విడిపించావు నన్ను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దీన దశలో నేనుండగా 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విడువనైతివి (2) </a:t>
              </a:r>
            </a:p>
            <a:p>
              <a:pPr defTabSz="439781">
                <a:defRPr/>
              </a:pP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జీవాహారమై నీదు వాక్యము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పోషించెను నన్ను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ఆకలితో అల్లాడగా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తృప్తిపరచితివి (2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70800"/>
              <a:ext cx="4541306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నా జీవితాన్ని – నీకై వెలిగించెనే యేసయ్యా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సెలయేరులా – నాలో ప్రవహించెనే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క్షమియించెనే – నన్ను కరుణించెనే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స్థిరపరచెనే – నన్ను ఘనపరచెనే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యేసయ్యా నా యేసయ్యా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యేసయ్యా ఓ మెస్సయ్యా (2)</a:t>
              </a:r>
            </a:p>
            <a:p>
              <a:pPr defTabSz="439781">
                <a:defRPr/>
              </a:pPr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 నిన్ను విడచిననూ –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నన్ను విడువలేదయ్యా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దారి తప్పి తొలగిననూ –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దారిలో నను చేర్చినావయ్యా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ఏమివ్వగలను నీ కృపకు నేను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వెలకట్టలేను నీ ప్రేమను (2)</a:t>
              </a:r>
            </a:p>
            <a:p>
              <a:pPr defTabSz="439781">
                <a:defRPr/>
              </a:pPr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జలములు నన్ను చుట్టిననూ –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చేతిలో నను దాచినావయ్యా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జ్వాలలు నాపై లేచిననూ –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ఆత్మతో నను కప్పినావయ్యా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ఏమివ్వగలను నీ కృపకు నేను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వెలకట్టలేను నీ ఆత్మను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67793" cy="6493935"/>
            <a:chOff x="160868" y="182032"/>
            <a:chExt cx="47677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80461" y="749632"/>
              <a:ext cx="464820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స్తుతుల పైన నివసించువాడా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అంతరంగికుడా యేసయ్యా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నా పక్షమై యున్నావు గనుకే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జయమే జయమే ఎల్లవేళలా జయమే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నిర్మించిన రీతి తలచగా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ఎంతో ఆశ్చర్యమే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నా ఊహకే వింతైనది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ఎరుపెక్కిన శత్రువుల చూపు నుండి తప్పించి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ఎనలేని ప్రేమను నాపై కురిపించావు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ద్రాక్షావల్లి అయిన నీలోనే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బహుగా వేరు పారగా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మధురమైన ఫలములీయనా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ఉన్నత స్థలములపై నాకు స్థానమిచ్చితివే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విజయుడా నీ కృప చాలును నా జీవితాన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40943"/>
              <a:ext cx="4541306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ఎవరూ సమీపించలేని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తేజస్సుతో నివసించు నా యేసయ్యా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మహిమను ధరించిన పరిశుద్ధులు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కంటబడగానే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ఏమౌదునో నేనేమౌదునో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ఇహలోక బంధాలు మరచి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యెదుటే నేను నిలిచి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నీవిచ్చు బహుమతులు నే స్వీకరించి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నిత్యానందముతో పరవశించు వేళ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పరలోక మహిమను తలచి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పాద పద్మములపై ఒరిగి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పరలోక సైన్య సమూహాలతో కలసి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నిత్యారాధన నే చేయు ప్రశాంత వేళ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276</TotalTime>
  <Words>293</Words>
  <Application>Microsoft Office PowerPoint</Application>
  <PresentationFormat>A4 Paper (210x297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26</cp:revision>
  <dcterms:created xsi:type="dcterms:W3CDTF">2024-09-21T15:36:03Z</dcterms:created>
  <dcterms:modified xsi:type="dcterms:W3CDTF">2024-10-12T17:19:51Z</dcterms:modified>
</cp:coreProperties>
</file>