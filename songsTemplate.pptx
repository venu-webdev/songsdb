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1320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21-09-2024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943470" cy="6493935"/>
            <a:chOff x="160868" y="182032"/>
            <a:chExt cx="494347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67762" y="787955"/>
              <a:ext cx="4836576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 కృపలో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-</a:t>
              </a:r>
              <a:r>
                <a:rPr lang="en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మమ్ము కాపాడుము దేవా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మమ్ము రక్షించి - నిత్య రాజ్యములో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నడుపుము మా ప్రభువా -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నడుపుము మా ప్రభువా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కృంగిన వేళలలో – అలసిన సమయములో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చేయి విడువకుము – నన్ను నిలబెట్టు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 రక్తములో – శుద్ధి పరచి నన్ను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నిలుపుము జ్యోతివలె – నిలుపుము జ్యోతివలె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సిలువని మోసుకొని – సువార్త చాటింప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విలువగు నీ శక్తిచే – నిత్యము నడిపించు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యేసు నీ రాకడలో – నిన్ను చూచుటకు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నీయుమయా –నీ కృప నీయుమయా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11520" cy="6493935"/>
            <a:chOff x="160868" y="182032"/>
            <a:chExt cx="471152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31082" y="742713"/>
              <a:ext cx="4541306" cy="56477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స్తుతి పాడుటకే బ్రతికించిన – జీవనదాతవు నీవేనయ్యా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ఇన్నాళ్లుగా నను పోషించిన – తల్లివలె నను ఓదార్చిన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నాపై ఎన్నడు మారదు యేసయ్యా (2)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జీవితకాలమంతా ఆధారం నీవేనయ్యా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జీవితకాలమంతా ఆరాధించి ఘనపరతును</a:t>
              </a:r>
            </a:p>
            <a:p>
              <a:pPr defTabSz="439781">
                <a:defRPr/>
              </a:pPr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ప్రాణభయమును తొలగించినావు -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ప్రాకారములను స్థాపించినావు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సర్వజనులలో నీ మహిమ వివరింప -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దీర్ఘాయువుతో నను నింపినావు (2)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కృపా బాహుళ్యమే వీడని అనుబంధమై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తలచిన ప్రతిక్షణమున నూతన బలమిచ్చెను</a:t>
              </a:r>
            </a:p>
            <a:p>
              <a:pPr defTabSz="439781">
                <a:defRPr/>
              </a:pPr>
              <a:endParaRPr lang="te-IN" sz="19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నాపై ఉదయించె నీ మహిమ కిరణాలు –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కనుమరుగాయెను నా దుఖ:దినములు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కృపలనుపొంది నీ కాడి మోయుటకు -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లోకములోనుండి ఏర్పరచినావు (2)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దివ్య సంకల్పమే- అవనిలో శుభప్రదమై</a:t>
              </a:r>
            </a:p>
            <a:p>
              <a:pPr defTabSz="439781">
                <a:defRPr/>
              </a:pPr>
              <a:r>
                <a:rPr lang="te-IN" sz="19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నిత్య రాజ్యమునకై నిరీక్షణ కలిగించెను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80852" cy="6493935"/>
            <a:chOff x="160868" y="182032"/>
            <a:chExt cx="4780852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93520" y="758873"/>
              <a:ext cx="4648200" cy="58477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కృపలను తలంచుచు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ఆయుష్కాలమంతా ప్రభుని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కృతజ్ఞతతో స్తుతింతున్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రూపింపబడుచున్న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ఏ ఆయుధముండినను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విరోధమై వర్ధిల్లదు యని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చెప్పిన మాట సత్యం – (2)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కన్నీటి లోయలలో నే కృంగిన వేళలలో (2)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నింగిని చీల్చి వర్షము పంపి </a:t>
              </a:r>
              <a:b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నింపెను నా హృదయం (యేసు)</a:t>
              </a:r>
            </a:p>
            <a:p>
              <a:pPr defTabSz="439781">
                <a:defRPr/>
              </a:pP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హల్లెలూయా ఆమెన్ ఆ.. నాకెంతో ఆనందమే (2)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సీయోను నివాసం నాకెంతో ఆనందం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ఆనందమానందమే – (2)</a:t>
              </a:r>
              <a:endParaRPr lang="en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en-IN" sz="220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24399" cy="6493935"/>
            <a:chOff x="160868" y="182032"/>
            <a:chExt cx="472439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797511"/>
              <a:ext cx="4541306" cy="52629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నీవు చేసిన ఉపకారములకు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నేనేమి చెల్లింతును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ఏడాది దూడెలనా...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వేలాది పోట్టేల్లనా (2)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వేలాది నదులంత విస్తార తైలము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నీకిచ్చినా చాలునా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గర్భ ఫలమైన నా జేష్ట పుత్రుని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నీకిచ్చినా చాలునా (2)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మరణపాత్రుడనైయున్న నాకై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మరణించితివి సిలువలో (2)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కరుణ చూపి నీ జీవ మార్గాన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నడిపించుమో యేసయ్యా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</TotalTime>
  <Words>274</Words>
  <Application>Microsoft Office PowerPoint</Application>
  <PresentationFormat>A4 Paper (210x297 mm)</PresentationFormat>
  <Paragraphs>65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10</cp:revision>
  <dcterms:created xsi:type="dcterms:W3CDTF">2024-09-21T15:36:03Z</dcterms:created>
  <dcterms:modified xsi:type="dcterms:W3CDTF">2024-09-21T18:09:31Z</dcterms:modified>
</cp:coreProperties>
</file>