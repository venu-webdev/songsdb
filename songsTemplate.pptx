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316" y="91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869513" cy="6493935"/>
            <a:chOff x="160868" y="182032"/>
            <a:chExt cx="5869513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916971" y="326429"/>
              <a:ext cx="5113410" cy="62324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సంఘమా - క్రైస్తవ సంఘమా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యేసునే పోలి నడువుమా –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క్రీస్తు మనసు కలిగియుండుమా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ఆది సంఘము మోకరిల్లగ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చెరసాల తలుపులు - బ్రద్ధలాయెను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ప్రధమ సంఘము - ప్రార్థింపగ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  ఆత్మయే – భువికేగెను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ఆనాటి విజ్ఞాపన - ఏమాయెను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ఈనాడు అద్భుతాలు కొదువాయెను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మేలుకో లెమ్ము తేజరిల్లుమా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క్రియలు లేని నీ - విశ్వాసము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మ్రుతమైనది - అది కొరకానిది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శక్తి లేని నీ - భక్తి మొత్తము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వ్యర్థమైనది అది మేలు చేయదు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నామకార్ధమును విడిచి నమ్మీ చూడుము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యదార్థమైన మనసును ఆశించుము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మేలుకో లెమ్ము తేజరిల్లుమా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69283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81562" cy="6493935"/>
            <a:chOff x="160868" y="182032"/>
            <a:chExt cx="48815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501124" y="716955"/>
              <a:ext cx="4541306" cy="56938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స్తుతులన్ గైకొనుమా</a:t>
              </a: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సుత యేసు క్రీస్తువా</a:t>
              </a: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సతతము మమ్ములను </a:t>
              </a: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కృపనిడి కావుమా</a:t>
              </a:r>
            </a:p>
            <a:p>
              <a:endParaRPr lang="te-IN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పెదవులతో ఎప్పుడు నీ</a:t>
              </a: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వాక్యమును పఠింప నిమ్ము</a:t>
              </a: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కాలు చేతులు ఎప్పుడు నీ </a:t>
              </a: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సేవను చేయను వాడనిమ్ము </a:t>
              </a:r>
            </a:p>
            <a:p>
              <a:endParaRPr lang="te-IN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కలిమియు పదవుల నెల్ల </a:t>
              </a: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శుద్ధ కృపచే పొందితిమి </a:t>
              </a: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కాలమంతయు జీవింప </a:t>
              </a:r>
            </a:p>
            <a:p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నిలకడగ నుండ దీవించుము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92132" cy="6501382"/>
            <a:chOff x="160868" y="182032"/>
            <a:chExt cx="4792132" cy="650138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04800" y="774104"/>
              <a:ext cx="4648200" cy="59093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నమ్మకమైన దేవుడవైన నీవే చాలు యేసయ్యా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నేనేమైయున్నా ఏ స్థితిలో ఉన్నా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ఇంకేమి కోరుకోనయ్యా (2)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ఆప్తులైన వారే హాని చేయచూసినా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మిత్రులే నిలువకుండినా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న్యాయము తీర్చే నీవు నాకుంటే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చాలు యేసయ్యా (2)</a:t>
              </a:r>
              <a:endParaRPr lang="en-US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జ్ఞానమంత చూపి శక్తి ధారపోసినా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నష్టమే మిగులుచుండినా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శాపము బాపే నీవు నాకుంటే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చాలు యేసయ్యా (2)</a:t>
              </a:r>
              <a:endParaRPr lang="en-US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కష్ట కాలమందు గుండె జారిపోయినా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గమ్యమే తెలియకుండినా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సాయము చేసే నీవు నాకుంటే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చాలు యేసయ్యా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48200" cy="6493935"/>
            <a:chOff x="160868" y="182032"/>
            <a:chExt cx="464820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47650" y="745935"/>
              <a:ext cx="4541306" cy="46935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మంచి దేవుడు భలే మంచి దేవుడు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నిజ దైవం యేసు - అద్వితీయ దేవుడు</a:t>
              </a:r>
            </a:p>
            <a:p>
              <a:pPr defTabSz="439781">
                <a:defRPr/>
              </a:pP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మ్రొక్కులను కోరడు - మనసిస్తే చాలును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కొండలెక్కి రమ్మనడు - మనలో కొలువుంటాడు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వెదికితే ప్రతి వారికి - దొరికేను యేసు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పిలిచే ప్రతి వారికి - పలికేను యేసు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బొమ్మ కాదయ్యో - జీవమున్న దేవుడు</a:t>
              </a:r>
              <a:endParaRPr lang="en-US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కుంటివాడు గంతులేయ - కాళ్ళ నొసగినాడు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మూగవారు స్తుతిచేయ - నోటినిచ్చినాడు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బధిరులు తన స్వరము విన - చెవులిచ్చినాడు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ప్రేమా మయుడు - ఆశ్చర్య దేవుడు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365</TotalTime>
  <Words>254</Words>
  <Application>Microsoft Office PowerPoint</Application>
  <PresentationFormat>A4 Paper (210x297 mm)</PresentationFormat>
  <Paragraphs>68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44</cp:revision>
  <dcterms:created xsi:type="dcterms:W3CDTF">2024-09-21T15:36:03Z</dcterms:created>
  <dcterms:modified xsi:type="dcterms:W3CDTF">2024-11-10T02:49:06Z</dcterms:modified>
</cp:coreProperties>
</file>