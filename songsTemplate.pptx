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238" y="82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01-03-2025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20079" y="241178"/>
              <a:ext cx="4483140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 నడిపించుమా – అనుదినము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పరిశుద్ధాత్మతో నడిపించుమా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యేసయ్యా......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యేసయ్యా.....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పాటలతో నడిపించుమా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ప్రార్థనతో నడిపించుమా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వాక్యముతో నడిపించుమా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- 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సాక్షముతో నడిపించుమా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॥ దేవా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॥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కాపరియై నడిపించుమా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ఊపిరి నీవై నడిపించుమా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యాజకుడావై నడిపించుమా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భోదకుడావై భోదించుమా ॥ దేవా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॥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మార్గము నీవై నడిపించుమా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సత్యమునీవై నడిపించుమా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జీవము నీవై నడిపించుమా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నిత్యత్వముతో నడిపించుమా ॥ దేవా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॥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56993" y="716955"/>
              <a:ext cx="4544669" cy="5436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నీతోనే ఉండుటయే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జీవిత వాంచయ్యా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చిత్తం నెరవేర్చుటయే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హృదయ తపనయ్యా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నిన్నే కదా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ముందు నిలిపేను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కరుణయు కృపయు నిరంతర శాంతి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వినయము ఉన్నవాడా(2)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జీవితం.. నశియింపక..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కాపాడువాడా... నా కాపరి... (2)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కొరకు అన్నియు చేయువాడా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చేసి ముగించువాడా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బరువు.. నా బాధ్యత.. (2)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పాద చెంత... నుంచితివి...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557188"/>
            <a:chOff x="160868" y="182032"/>
            <a:chExt cx="5506736" cy="65571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183579"/>
              <a:ext cx="5395611" cy="6555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బహు సౌందర్య సీయోనులో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స్తుతిసింహాసనాసీనుడా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నాయేసయ్య నీ ప్రేమ పరిపూర్ణమై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హృదయాన కొలువాయెనే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జీవింపజేసే నీవాక్యమే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నాకిలలోన సంతోషమే</a:t>
              </a:r>
            </a:p>
            <a:p>
              <a:pPr defTabSz="439781">
                <a:defRPr/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పరిశుద్ధతలో మహనీయుడవు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నీవంటిదేవుడు జగమునలేడు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నాలోనిరీక్షణ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నీలో సంరక్షణ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నాహృదయార్పణ</a:t>
              </a:r>
            </a:p>
            <a:p>
              <a:pPr defTabSz="439781">
                <a:defRPr/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ఓటమినీడలో క్షేమములేక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వేదనకలిగిన వేళలయందు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చూపించిన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నీవాత్సల్యమే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నాహృదయాన నవజ్ఞాపిక</a:t>
              </a:r>
            </a:p>
            <a:p>
              <a:pPr defTabSz="439781">
                <a:defRPr/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ఒంటరి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బ్రతుకులో కృంగిన మనసుకు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చల్లని నీచూపే ఔషధమే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ప్రతి అరుణోదయం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నీముఖదర్శనం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నాలోనింపెను ఉల్లాసమే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58937" cy="6654687"/>
            <a:chOff x="160868" y="182032"/>
            <a:chExt cx="4858937" cy="665468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70004" y="281078"/>
              <a:ext cx="4749801" cy="6555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నిజమైన ద్రాక్షావల్లి నీవే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నిత్యమైన సంతోషము నీలోనే 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శాశ్వతమైనది ఎంతో మధురమైనది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నాపైన నీకున్న ప్రేమ ఎనలేని నీ ప్రేమ    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అతి కాంక్షనీయుడా దివ్యమైన నీ రూపులో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జీవించున్నాను నీ ప్రేమకు నే పత్రికగా 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శిధిలమై యుండగా నన్ను నీదు రక్తముతో కడిగి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పోలికగా మార్చినావే నా యేసయ్యా      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ప్రాణ ప్రియుడా శ్రేష్టమైన ఫలములతో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అర్పించుచున్నాను సర్వము నీకే అర్పణగా 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వాడిపోనివ్వక నాకు ఆశ్రయమైతివి నీవు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జీవపు ఊటవై బలపరచితివి నా యేసయ్యా    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     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షాలేము రాజా రమ్యమైన సీయోనుకే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నడిపించుము నీ చిత్తమైన మార్గములో 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అలసి పోనివ్వక నన్ను నీదు ఆత్మతో నింపి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ఆదరణ కర్తవై నను చేర్చుము నీ రాజ్యములో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    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889</TotalTime>
  <Words>266</Words>
  <Application>Microsoft Office PowerPoint</Application>
  <PresentationFormat>A4 Paper (210x297 mm)</PresentationFormat>
  <Paragraphs>68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112</cp:revision>
  <dcterms:created xsi:type="dcterms:W3CDTF">2024-09-21T15:36:03Z</dcterms:created>
  <dcterms:modified xsi:type="dcterms:W3CDTF">2025-03-01T13:08:52Z</dcterms:modified>
</cp:coreProperties>
</file>