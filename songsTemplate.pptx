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536" y="372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14-12-2024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2140" y="309857"/>
              <a:ext cx="4483140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నా దేవా – నీవే నా కాపరి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నీ క్షమా – ఎంతో గొప్పది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ఆరాధింతును హృదయాంతరంగములో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స్తుతించెదను నీ పాద సన్నిధిలో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పాపము నుండి విడిపించినావు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పరిశుద్ధుని చేసి ప్రేమించినావు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  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పరిశుద్ధాత్మను నాలో నింపావు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మట్టి దేహమును మహిమతో నింపావు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కదా దేవుడవు – (2)</a:t>
              </a:r>
              <a:b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యేసు దేవా (4)      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703362" cy="6493935"/>
            <a:chOff x="160868" y="182032"/>
            <a:chExt cx="57033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49768" y="309858"/>
              <a:ext cx="5614462" cy="56323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ఘనమైనవి నీ కార్యములు నా యెడల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స్థిరమైనవి నీ ఆలోచనలు నా యేసయ్యా (2)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 పొందుచు కృతజ్ఞత కలిగి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స్తుతులర్పించెదను అన్నివేళలా (2)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అనుదినము నీ అనుగ్రహమే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ఆయుష్కాలము నీ వరమే (2)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 తెగులు సమీపించనీయక–</a:t>
              </a:r>
              <a:endParaRPr lang="en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 కీడైన</a:t>
              </a:r>
              <a:r>
                <a:rPr lang="en-IN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దరిచేరనీయక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ఆపదలన్ని తొలగే వరకు–</a:t>
              </a:r>
              <a:endParaRPr lang="en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ఆత్మలో నెమ్మది కలిగే వరకు (2)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భారము మోసి – బాసటగా నిలిచి – ఆదరించితివి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</a:p>
            <a:p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ఎత్తైన కోటవు నీవే –</a:t>
              </a:r>
              <a:endParaRPr lang="en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కాపాడు కేడెము నీవే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ఆశ్రయమైన బండవు నీవే –</a:t>
              </a:r>
              <a:endParaRPr lang="en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 కృపకాధారము నీవే (2)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ప్రతిక్షణమును నీవు –దీవెనగా మార్చి–నడిపించుచున్నావు</a:t>
              </a:r>
              <a:b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936066" cy="6493935"/>
            <a:chOff x="160868" y="182032"/>
            <a:chExt cx="493606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448734" y="799863"/>
              <a:ext cx="4648200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స్తుతియించెదా నీ నామం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అనుదినం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స్తుతియించెదా నీ నామం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దేవా అనుక్షణం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దయతో కాపాడినావు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కృపనే చూపించినావు (2)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నే మరువనేసు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నే విడువనేసు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పాపినై యుండగ నేను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రక్షించి దరి చేర్చినావు (2) 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నే మరువనేసు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నే విడువనేసు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86334"/>
              <a:ext cx="4749801" cy="59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సుమధుర స్వరముల గానాలతో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వేలాది దూతల గళములతో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కొనియాడబడుచున్న నా యేసయ్యా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నా ఆరాధన (2)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మహదానందమే నాలో పరవశమే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నిన్ను స్తుతించిన ప్రతీక్షణం (2)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ఎడారి త్రోవలో నే నడిచినా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ఎరుగని మార్గములో నను నడిపినా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ముందు నడచిన జయవీరుడా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విజయ సంకేతమా (2)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– నా ఆనందము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– నా ఆధారము (2)</a:t>
              </a:r>
            </a:p>
            <a:p>
              <a:pPr defTabSz="439781">
                <a:defRPr/>
              </a:pPr>
              <a:endParaRPr lang="te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సంపూర్ణమైన నీ చిత్తమే – అనుకూలమైన సంకల్పమే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జరిగించుచున్నావు నను విడువక –</a:t>
              </a:r>
              <a:endParaRPr lang="en-IN" sz="20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ధైర్యము నీవేగా (2)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– నా జయగీతము</a:t>
              </a:r>
            </a:p>
            <a:p>
              <a:pPr defTabSz="439781">
                <a:defRPr/>
              </a:pPr>
              <a:r>
                <a:rPr lang="te-IN" sz="20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నీవే నీవే – నా స్తుతిగీతము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681</TotalTime>
  <Words>336</Words>
  <Application>Microsoft Office PowerPoint</Application>
  <PresentationFormat>A4 Paper (210x297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73</cp:revision>
  <dcterms:created xsi:type="dcterms:W3CDTF">2024-09-21T15:36:03Z</dcterms:created>
  <dcterms:modified xsi:type="dcterms:W3CDTF">2024-12-14T16:56:24Z</dcterms:modified>
</cp:coreProperties>
</file>