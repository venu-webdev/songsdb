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458" y="288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05-04-2025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05-04-2025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05-04-2025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49728" cy="6493935"/>
            <a:chOff x="160868" y="182032"/>
            <a:chExt cx="4749728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62396" y="505119"/>
              <a:ext cx="4648200" cy="56323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విన్నపములు వినువాడా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కన్నీరు తుడుచు వాడా 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సుఖములు ఇచ్చువాడా స్తోత్రము యేసయ్యా </a:t>
              </a:r>
            </a:p>
            <a:p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నుండియే అన్ని సాధ్యమయ్యా 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మాట ఒకటి చాలునయ్య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మాట ఒకటి చాలునయ్య </a:t>
              </a:r>
            </a:p>
            <a:p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చిత్తమే శుద్ధి పొందు 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అని చెప్పి తాకితివే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అయ్యా అని చెప్పి తాకితివే </a:t>
              </a:r>
            </a:p>
            <a:p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వ్యాధిని సిలువ లోనా   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నీవుపొంది తీర్చితివే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అయ్యా నీవుపొంది తీర్చితివే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41942" cy="6493935"/>
            <a:chOff x="160868" y="182032"/>
            <a:chExt cx="484194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458141" y="483206"/>
              <a:ext cx="4544669" cy="47692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నమ్మకమైన దేవుడవైన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చాలు యేసయ్యా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నేనేమైయున్నా ఏ స్థితిలో ఉన్నా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ఇంకేమి కోరుకోనయ్యా (2)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ఆప్తులైన వారే హాని చేయచూసినా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మిత్రులే నిలువకుండినా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న్యాయము తీర్చే నీవు నాకుంటే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చాలు యేసయ్యా (2)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జ్ఞానమంత చూపి శక్తి ధారపోసినా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నష్టమే మిగులుచుండినా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శాపము బాపే నీవు నాకుంటే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చాలు యేసయ్యా (2)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EBA6011-CA21-438F-B7D1-377168C5DA16}"/>
              </a:ext>
            </a:extLst>
          </p:cNvPr>
          <p:cNvSpPr/>
          <p:nvPr/>
        </p:nvSpPr>
        <p:spPr>
          <a:xfrm>
            <a:off x="7021458" y="6675966"/>
            <a:ext cx="970017" cy="178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05042025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044142-8A4B-48E2-8204-53A1EBC016D8}"/>
              </a:ext>
            </a:extLst>
          </p:cNvPr>
          <p:cNvSpPr/>
          <p:nvPr/>
        </p:nvSpPr>
        <p:spPr>
          <a:xfrm>
            <a:off x="2010310" y="6670895"/>
            <a:ext cx="970017" cy="178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05042025</a:t>
            </a:r>
          </a:p>
        </p:txBody>
      </p: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51921" cy="6493935"/>
            <a:chOff x="160868" y="182032"/>
            <a:chExt cx="4751921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71993" y="354076"/>
              <a:ext cx="4640796" cy="53553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అన్ని నామముల కన్న పై నామము</a:t>
              </a:r>
              <a:endParaRPr lang="en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యేసుని నామము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ఎన్ని తరములకైనా ఘనపరచ దగినది</a:t>
              </a:r>
              <a:endParaRPr lang="en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క్రీస్తేసు నామము (2)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నామము జయం జయము –</a:t>
              </a:r>
              <a:endParaRPr lang="en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సాతాను శక్తుల్ లయం లయము (2)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 హోసన్న హల్లెలూయా -</a:t>
              </a:r>
              <a:endParaRPr lang="en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హల్లెలూయా ఆమెన్ (2)</a:t>
              </a:r>
            </a:p>
            <a:p>
              <a:pPr defTabSz="439781">
                <a:defRPr/>
              </a:pPr>
              <a:endParaRPr lang="te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పాపముల నుండి విడిపించును 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యేసుని నామము (2)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 నరకాగ్నిలో నుండి రక్షించును 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క్రీస్తేసు నామము (2) </a:t>
              </a:r>
            </a:p>
            <a:p>
              <a:pPr defTabSz="439781">
                <a:defRPr/>
              </a:pPr>
              <a:endParaRPr lang="te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సాతాను పై అధికారమిచ్చును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శక్తిగలిగిన యేసు నామము (2)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శత్రు సమూహము పై జయమునిచ్చును</a:t>
              </a:r>
              <a:b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జయశీలుడైన యేసు నామము (2) 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53522" cy="6493935"/>
            <a:chOff x="160868" y="182032"/>
            <a:chExt cx="485352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64589" y="710693"/>
              <a:ext cx="4749801" cy="55015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పాడుటకే బ్రతికించిన – జీవనదాతవు నీవేనయ్యా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ఇన్నాళ్లుగా నను పోషించిన – తల్లివలె నను ఓదార్చిన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ప్రేమ నాపై ఎన్నడు మారదు యేసయ్యా (2)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జీవితకాలమంతా ఆధారం నీవేనయ్యా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జీవితకాలమంతా ఆరాధించి ఘనపరతును</a:t>
              </a:r>
            </a:p>
            <a:p>
              <a:pPr defTabSz="439781"/>
              <a:endParaRPr lang="te-IN" sz="18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ప్రాణభయమును తొలగించినావు –</a:t>
              </a:r>
              <a:endParaRPr lang="en-IN" sz="18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ప్రాకారములను స్థాపించినావు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సర్వజనులలో నీ మహిమ వివరింప</a:t>
              </a:r>
              <a:endParaRPr lang="en-IN" sz="18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దీర్ఘాయువుతో నను నింపినావు (2)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కృపా బాహుళ్యమే వీడని అనుబంధమై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తలచిన ప్రతిక్షణమున నూతన బలమిచ్చెను</a:t>
              </a:r>
            </a:p>
            <a:p>
              <a:pPr defTabSz="439781"/>
              <a:endParaRPr lang="te-IN" sz="18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నాపై ఉదయించె నీ మహిమ కిరణాలు –</a:t>
              </a:r>
              <a:endParaRPr lang="en-IN" sz="18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కనుమరుగాయెను నా దుఖ:దినములు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కృపలనుపొంది నీ కాడి మోయుటకు</a:t>
              </a:r>
              <a:endParaRPr lang="en-IN" sz="18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లోకములోనుండి ఏర్పరచినావు (2)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దివ్య సంకల్పమే- అవనిలో శుభప్రదమై</a:t>
              </a:r>
            </a:p>
            <a:p>
              <a:pPr defTabSz="439781"/>
              <a:r>
                <a:rPr lang="te-IN" sz="18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నిత్య రాజ్యమునకై నిరీక్షణ కలిగించెను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35776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3FED3E2E-9809-49A6-A72F-F07A4D5B3E8A}"/>
              </a:ext>
            </a:extLst>
          </p:cNvPr>
          <p:cNvSpPr/>
          <p:nvPr/>
        </p:nvSpPr>
        <p:spPr>
          <a:xfrm>
            <a:off x="7021458" y="6675966"/>
            <a:ext cx="970017" cy="178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05042025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23DFFB-527A-46C3-AD65-93B3832D9C56}"/>
              </a:ext>
            </a:extLst>
          </p:cNvPr>
          <p:cNvSpPr/>
          <p:nvPr/>
        </p:nvSpPr>
        <p:spPr>
          <a:xfrm>
            <a:off x="2010310" y="6670895"/>
            <a:ext cx="970017" cy="178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05042025</a:t>
            </a:r>
          </a:p>
        </p:txBody>
      </p: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979</TotalTime>
  <Words>273</Words>
  <Application>Microsoft Office PowerPoint</Application>
  <PresentationFormat>A4 Paper (210x297 mm)</PresentationFormat>
  <Paragraphs>68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140</cp:revision>
  <dcterms:created xsi:type="dcterms:W3CDTF">2024-09-21T15:36:03Z</dcterms:created>
  <dcterms:modified xsi:type="dcterms:W3CDTF">2025-04-05T16:18:24Z</dcterms:modified>
</cp:coreProperties>
</file>