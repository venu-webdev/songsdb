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996" y="7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25-01-2025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25928" y="716954"/>
              <a:ext cx="448314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సన్నుతించెదను - దయాళుడవు నీవని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నీవే దయాళుడవని నిను సన్నుతించెదను - 2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 సత్యములో నను నీవు నడిపి ఆదరించిన –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పరిశుద్ధాత్ముడా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కృపాధారము నీవెగా -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షాలేమురాజా నిను సన్మానించెదను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కను చూపుల పరిధిలో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నిలిపి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చూపితివా నీ వాత్సల్యమును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కృపానిధివి నీవెగా –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యేసురాజా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సన్మానించెదను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696992" cy="6493935"/>
            <a:chOff x="160868" y="182032"/>
            <a:chExt cx="569699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43398" y="245146"/>
              <a:ext cx="5614462" cy="6001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నా దేవా – నీవే నా కాపరి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నీ క్షమా – ఎంతో గొప్పది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ఆరాధింతును హృదయాంతరంగములో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స్తుతించెదను నీ పాద సన్నిధిలో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కదా దేవుడవు – (2)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యేసు దేవా (4)     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పాపము నుండి విడిపించినావు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పరిశుద్ధుని చేసి ప్రేమించినావు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కదా దేవుడవు –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యేసు దేవా (4)       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పరిశుద్ధాత్మను నాలో నింపావు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మట్టి దేహమును మహిమతో నింపావు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కదా దేవుడవు –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యేసు దేవా (4)      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472868" cy="6551396"/>
            <a:chOff x="160868" y="182032"/>
            <a:chExt cx="5472868" cy="65513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38125" y="208565"/>
              <a:ext cx="5395611" cy="6524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ఎంత మంచి దేవుడవయ్యా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ఎంత మంచి దేవుడవేసయ్యా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చింతలన్ని తీరేనయ్యా నిను చేరగా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ఎంత మంచి దేవుడవేసయ్యా (2)        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ఘోరపాపినైన నేనూ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దూరంగా పారిపోగా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ప్రేమతో నను క్షమియించి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హత్తుకొన్నావయ్యా (2)       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నాకున్న వారందరూ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విడచిపోయిననూ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ఎన్నెన్నో ఇబ్బందులకు గురి చేసిననూ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నీవు విడువలేదయ్యా (2)     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లేకుండ నేనూ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లోకంలో బ్రతుకలేనయ్యా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కూడా ఈ లోకం నుండీ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పరలోకం చేరెదనేసయ్యా (2)    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30770" cy="6513377"/>
            <a:chOff x="160868" y="182032"/>
            <a:chExt cx="4930770" cy="651337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1837" y="324434"/>
              <a:ext cx="4749801" cy="63709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శృతిచేసి నే పాడనా స్తోత్ర గీతం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భజియించి నే పొగడనా స్వామీ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శృతిచేసి నే పాడనా స్తోత్ర గీతం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హల్లేలూయా హల్లేలూయా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హల్లెలూయ హల్లేలుయా (2)     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దానియేలును సింహపు బోనులో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కాపాడినది నీవెకదా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జలప్రళయములో నోవాహును గాచిన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బలవంతుడవు నీవెకదా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నీవెకదా (3)          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సమరయ స్త్రీని కరుణతో బ్రోచిన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 హితుడవు నీవెకదా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పాపులకొరకై ప్రాణమునిచ్చిన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కరుణామయుడవు నీవెకదా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నీవెకదా (3)         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847</TotalTime>
  <Words>296</Words>
  <Application>Microsoft Office PowerPoint</Application>
  <PresentationFormat>A4 Paper (210x297 mm)</PresentationFormat>
  <Paragraphs>36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97</cp:revision>
  <dcterms:created xsi:type="dcterms:W3CDTF">2024-09-21T15:36:03Z</dcterms:created>
  <dcterms:modified xsi:type="dcterms:W3CDTF">2025-01-25T15:23:08Z</dcterms:modified>
</cp:coreProperties>
</file>