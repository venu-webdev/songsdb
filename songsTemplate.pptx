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94660"/>
  </p:normalViewPr>
  <p:slideViewPr>
    <p:cSldViewPr snapToGrid="0" showGuides="1">
      <p:cViewPr varScale="1">
        <p:scale>
          <a:sx n="79" d="100"/>
          <a:sy n="79" d="100"/>
        </p:scale>
        <p:origin x="996" y="78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669370" cy="6493935"/>
            <a:chOff x="160868" y="182032"/>
            <a:chExt cx="4669370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347098" y="383791"/>
              <a:ext cx="4483140" cy="48320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వాక్యమే నన్ను బ్రతికించెను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బాధలలో నెమ్మదినిచ్చెను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కృపా శక్తి దయా సత్య సంపూర్ణుడా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వాక్యమై ఉన్న యేసు వందనమయ్యా (2)</a:t>
              </a:r>
              <a:endParaRPr lang="en-US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జిగటగల ఊభినుండి లేవనెత్తెను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సమతలమగు భూమిపై నన్ను నిలిపెను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పాదములకు దీపమాయెను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సత్యమైన మార్గములో నడుపుచుండెను (2)</a:t>
              </a:r>
              <a:endParaRPr lang="en-US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శత్రువులను ఎదుర్కొనే సర్వాంగ కవచమై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యుద్ధమునకు సిద్ధ మనసు ఇచ్చుచున్నది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అపవాది వేయుచున్న అగ్ని బాణములను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ఖడ్గము వలె అడ్డుకొని ఆర్పి వేయుచున్నది (2)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312694" y="30985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777157" cy="6493935"/>
            <a:chOff x="160868" y="182032"/>
            <a:chExt cx="4777157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56993" y="245293"/>
              <a:ext cx="4681032" cy="62324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అత్యున్నత సింహాసనముపై ఆసీనుడా</a:t>
              </a:r>
            </a:p>
            <a:p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దేవ దూతలు ఆరాధించు పరిశుద్ధుడా</a:t>
              </a:r>
            </a:p>
            <a:p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యేసయ్యా నా నిలువెల్ల నిండియున్నావు</a:t>
              </a:r>
            </a:p>
            <a:p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మనసార నీ సన్నిధిలో</a:t>
              </a:r>
            </a:p>
            <a:p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సాగిలపడి నమస్కారము చేసేదా</a:t>
              </a:r>
            </a:p>
            <a:p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సాగిలపడి నమస్కారము చేసేదా (2)</a:t>
              </a:r>
            </a:p>
            <a:p>
              <a:endParaRPr lang="te-IN" sz="19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ప్రతి వసంతము నీ దయా కిరీటమే</a:t>
              </a:r>
            </a:p>
            <a:p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ప్రకృతి కలలన్నియు నీ మహిమను వివరించునే (2)</a:t>
              </a:r>
            </a:p>
            <a:p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ప్రభువా నిన్నే ఆరాధించెద</a:t>
              </a:r>
            </a:p>
            <a:p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కృతజ్ఞాతార్పణలతో – కృతజ్ఞాతార్పణలతో (2)</a:t>
              </a:r>
              <a:endParaRPr lang="en-US" sz="19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endParaRPr lang="te-IN" sz="19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పరిమలించునే నా సాక్ష్య జీవితమే</a:t>
              </a:r>
            </a:p>
            <a:p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పరిశుద్ధాత్ముడు నన్ను నడిపించుచున్నందునే (2)</a:t>
              </a:r>
            </a:p>
            <a:p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పరిశుద్ధాత్మలో ఆనందించెద</a:t>
              </a:r>
            </a:p>
            <a:p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హర్ష ధ్వనులతో – హర్ష ధ్వనులతో (2)</a:t>
              </a:r>
              <a:endParaRPr lang="en-US" sz="19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endParaRPr lang="te-IN" sz="19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పక్షి రాజువై నీ రెక్కలపై మోసితివే</a:t>
              </a:r>
            </a:p>
            <a:p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నా తండ్రివే నా బాధ్యతలు భరించితివే (2)</a:t>
              </a:r>
            </a:p>
            <a:p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యెహోవ నిన్నే మహిమ పరచెద</a:t>
              </a:r>
            </a:p>
            <a:p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స్తుతి గీతాలతో – స్తుతి గీతాలతో (2)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224907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5680907" cy="6493935"/>
            <a:chOff x="160868" y="182032"/>
            <a:chExt cx="5680907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446164" y="481595"/>
              <a:ext cx="5395611" cy="52629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తరతరాలలో యుగయుగాలలో</a:t>
              </a:r>
              <a:endParaRPr lang="en-US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జగజగాలలో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దేవుడు దేవుడు యేసే దేవుడు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హల్లెలూయా హల్లెలూయా</a:t>
              </a:r>
              <a:endParaRPr lang="en-US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హల్లెలూయా హల్లెలూయా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భూమిని పుట్టించకమునుపు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లోకము పునాది లేనపుడు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సృష్టికి శిల్పకారుడు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జగతికి ఆదిసంభూతుడు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తండ్రి కుమార ఆత్మయు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ఒకడైయున్న రూపము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282546" y="32016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909271" cy="6493935"/>
            <a:chOff x="160868" y="182032"/>
            <a:chExt cx="4909271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320338" y="339801"/>
              <a:ext cx="4749801" cy="61863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స్తోత్రం చెల్లింతుము</a:t>
              </a:r>
              <a:endParaRPr lang="en-US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స్తుతి స్తోత్రం చెల్లింతుము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యేసు నాథుని మేలులు తలంచి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దివారాత్రములు</a:t>
              </a:r>
              <a:endParaRPr lang="en-US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కంటిపాపవలె కాచి (2)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దయగల హస్తముతో</a:t>
              </a:r>
              <a:endParaRPr lang="en-US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బ్రోచి నడిపించితివి (2)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గాడాంధకారములో</a:t>
              </a:r>
              <a:endParaRPr lang="en-US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కన్నీటి లోయలలో (2)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కృశించి</a:t>
              </a:r>
              <a:r>
                <a:rPr lang="en-US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పోనీయక</a:t>
              </a:r>
              <a:endParaRPr lang="en-US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కృపలతో బలపరచితివి (2)</a:t>
              </a:r>
              <a:endParaRPr lang="en-US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సజీవ యాగముగా</a:t>
              </a:r>
              <a:endParaRPr lang="en-US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 శరీరము సమర్పించి (2)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సంపూర్ణ సిద్దినొంద</a:t>
              </a:r>
              <a:endParaRPr lang="en-US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శుద్ధాత్మను నొసగితివి (2)      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300012" y="286334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862</TotalTime>
  <Words>244</Words>
  <Application>Microsoft Office PowerPoint</Application>
  <PresentationFormat>A4 Paper (210x297 mm)</PresentationFormat>
  <Paragraphs>67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104</cp:revision>
  <dcterms:created xsi:type="dcterms:W3CDTF">2024-09-21T15:36:03Z</dcterms:created>
  <dcterms:modified xsi:type="dcterms:W3CDTF">2025-02-12T09:38:52Z</dcterms:modified>
</cp:coreProperties>
</file>