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27" autoAdjust="0"/>
    <p:restoredTop sz="94660"/>
  </p:normalViewPr>
  <p:slideViewPr>
    <p:cSldViewPr snapToGrid="0" showGuides="1">
      <p:cViewPr varScale="1">
        <p:scale>
          <a:sx n="91" d="100"/>
          <a:sy n="91" d="100"/>
        </p:scale>
        <p:origin x="883" y="67"/>
      </p:cViewPr>
      <p:guideLst>
        <p:guide orient="horz" pos="2137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433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4052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08977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727818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21-02-2025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0307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21-02-2025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04666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21-02-2025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25613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66931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21-02-2025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15786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862357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02B08-ED9E-409F-B95F-09CAA1DAF6E0}" type="datetimeFigureOut">
              <a:rPr lang="en-IN" smtClean="0"/>
              <a:t>21-02-2025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4131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102B08-ED9E-409F-B95F-09CAA1DAF6E0}" type="datetimeFigureOut">
              <a:rPr lang="en-IN" smtClean="0"/>
              <a:t>21-02-2025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B8F3A4-3E22-4F35-B466-DE3DF09E7F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99101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4648200" cy="6493935"/>
            <a:chOff x="160868" y="182032"/>
            <a:chExt cx="4648200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20079" y="241178"/>
              <a:ext cx="4483140" cy="618630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ఘనమైనవి నీ కార్యములు నా యెడల</a:t>
              </a:r>
              <a:b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స్థిరమైనవి నీ ఆలోచనలు నా యేసయ్యా (2)</a:t>
              </a:r>
              <a:b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కృపలను పొందుచు కృతజ్ఞత కలిగి</a:t>
              </a:r>
              <a:b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స్తుతులర్పించెదను అన్నివేళలా (2)</a:t>
              </a:r>
              <a:b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అనుదినము నీ అనుగ్రహమే</a:t>
              </a:r>
              <a:b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ఆయుష్కాలము నీ వరమే (2)</a:t>
              </a:r>
              <a:endParaRPr lang="en-IN" sz="16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te-IN" sz="16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యే తెగులు సమీపించనీయక – యే కీడైన దరిచేరనీయక</a:t>
              </a:r>
              <a:b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ఆపదలన్ని తొలగే వరకు – ఆత్మలో నెమ్మది కలిగే వరకు (2)</a:t>
              </a:r>
              <a:b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భారము మోసి – బాసటగా నిలిచి – ఆదరించితివి</a:t>
              </a:r>
              <a:b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ఈ స్తుతి మహిమలు నీకే – చెల్లించెదను – జీవితాంతము</a:t>
              </a:r>
              <a:endParaRPr lang="en-IN" sz="16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te-IN" sz="16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నాకు ఎత్తైన కోటవు నీవే – నన్ను కాపాడు కేడెము నీవే</a:t>
              </a:r>
              <a:b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ఆశ్రయమైన బండవు నీవే –</a:t>
              </a:r>
              <a:endParaRPr lang="en-US" sz="16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శాశ్వత కృపకాధారము నీవే (2)</a:t>
              </a:r>
              <a:b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ప్రతిక్షణమును నీవు – దీవెనగా మార్చి – నడిపించుచున్నావు</a:t>
              </a:r>
              <a:b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ఈ స్తుతి మహిమలు నీకే – చెల్లించెదను – జీవితాంతము</a:t>
              </a:r>
              <a:endParaRPr lang="en-IN" sz="16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endParaRPr lang="te-IN" sz="16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కృప తప్ప వేరొకటి లేదయా –</a:t>
              </a:r>
              <a:endParaRPr lang="en-US" sz="16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మనసులో నేనుంటే చాలయా</a:t>
              </a:r>
              <a:b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బహు కాలముగా నేనున్న స్థితిలో –</a:t>
              </a:r>
              <a:endParaRPr lang="en-US" sz="165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కృప నా యెడ చాలునంటివే (2)</a:t>
              </a:r>
              <a:b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అరచేతిలో నను – చెక్కుకుంటివి – నాకేమి కొదువ</a:t>
              </a:r>
              <a:b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</a:br>
              <a:r>
                <a:rPr lang="te-IN" sz="1650" dirty="0">
                  <a:latin typeface="Ramabhadra" panose="02000600000000000000" pitchFamily="2" charset="0"/>
                  <a:cs typeface="Ramabhadra" panose="02000600000000000000" pitchFamily="2" charset="0"/>
                </a:rPr>
                <a:t>ఈ స్తుతి మహిమలు నీకే చెల్లించెదను జీవితాంతము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312694" y="30985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4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648200" cy="6493935"/>
            <a:chOff x="160868" y="182032"/>
            <a:chExt cx="4648200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64399" y="749975"/>
              <a:ext cx="4544669" cy="44512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సన్నుతించెదను – దయాళుడవు నీవని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యెహోవా నీవే – </a:t>
              </a:r>
              <a:r>
                <a:rPr lang="en-US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దయాళుడవని</a:t>
              </a:r>
              <a:endParaRPr lang="en-US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నిను సన్నుతించెదను - 2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సర్వ సత్యములో నను నీవు నడిపి</a:t>
              </a:r>
              <a:endParaRPr lang="en-US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ఆదరించిన –</a:t>
              </a:r>
              <a:r>
                <a:rPr lang="en-US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పరిశుద్ధాత్ముడా</a:t>
              </a:r>
              <a:endParaRPr lang="en-US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కృపాధారము నీవెగా –</a:t>
              </a:r>
              <a:r>
                <a:rPr lang="en-US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 </a:t>
              </a: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షాలేమురాజా</a:t>
              </a:r>
              <a:endParaRPr lang="en-US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నిను సన్మానించెదను</a:t>
              </a:r>
            </a:p>
            <a:p>
              <a:pPr>
                <a:lnSpc>
                  <a:spcPts val="2600"/>
                </a:lnSpc>
              </a:pPr>
              <a:endParaRPr lang="te-IN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 కను చూపుల పరిధిలోనన్ను నిలిపి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చూపితివా నీ వాత్సల్యమును</a:t>
              </a: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కృపానిధివి నీవెగా - నా యేసురాజా</a:t>
              </a:r>
              <a:endParaRPr lang="en-US" sz="24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>
                <a:lnSpc>
                  <a:spcPts val="2600"/>
                </a:lnSpc>
              </a:pPr>
              <a:r>
                <a:rPr lang="te-IN" sz="24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నిను సన్మానించెదను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224907" y="326430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1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424900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7E1EC36-C610-4951-92FB-5FA9BAA559EC}"/>
              </a:ext>
            </a:extLst>
          </p:cNvPr>
          <p:cNvGrpSpPr/>
          <p:nvPr/>
        </p:nvGrpSpPr>
        <p:grpSpPr>
          <a:xfrm>
            <a:off x="160868" y="182032"/>
            <a:ext cx="5506736" cy="6493935"/>
            <a:chOff x="160868" y="182032"/>
            <a:chExt cx="5506736" cy="649393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B702E0D-FD8D-4F00-8F9D-9ACEED91C763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5F65C11-52F8-415B-A70B-C02268F6F4A1}"/>
                </a:ext>
              </a:extLst>
            </p:cNvPr>
            <p:cNvSpPr txBox="1"/>
            <p:nvPr/>
          </p:nvSpPr>
          <p:spPr>
            <a:xfrm>
              <a:off x="271993" y="339800"/>
              <a:ext cx="5395611" cy="59093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నీతో నా జీవితం సంతోషమే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నీతో నా అనుబంధం మాధుర్యమే (2)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యేసయ్యా కృప చూపుచున్నావు – వాత్సల్యపూర్ణుడవై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యేసయ్యా నడిపించుచున్నావు – స్ఫూర్తిప్రదాతవై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ఆరాధ్యుడా యేసయ్యా...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నీతో నా అనుబంధం మాధుర్యమే</a:t>
              </a:r>
            </a:p>
            <a:p>
              <a:pPr defTabSz="439781">
                <a:defRPr/>
              </a:pPr>
              <a:endParaRPr lang="te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భీకర ధ్వనిగలా మార్గమునందు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నను స్నేహించిన నా ప్రియుడవు నీవు (2)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కలనైన మరువను నీవు నడిపిన మార్గం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క్షణమైన విడువను నీతో సహవాసం (2)</a:t>
              </a:r>
            </a:p>
            <a:p>
              <a:pPr defTabSz="439781">
                <a:defRPr/>
              </a:pPr>
              <a:endParaRPr lang="te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సంతోషమందైనా శ్రమలయందైనను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నా స్తుతి కీర్తనకు ఆధారము నీవే (2)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నిత్యమైన మహిమలో నను నిలుపుటకు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శుద్ధ సువర్ణముగా నను మార్చుచున్నావు (2)</a:t>
              </a:r>
            </a:p>
            <a:p>
              <a:pPr defTabSz="439781">
                <a:defRPr/>
              </a:pPr>
              <a:endParaRPr lang="te-IN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ఆకాశమందుండి ఆశీర్వదించితివి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అభాగ్యుడనైన నేను కనికరింపబడితిని (2)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నీలో నిలుచుటకు బహుగా ఫలించుటకు</a:t>
              </a:r>
            </a:p>
            <a:p>
              <a:pPr defTabSz="439781">
                <a:defRPr/>
              </a:pPr>
              <a:r>
                <a:rPr lang="te-IN" dirty="0">
                  <a:latin typeface="Ramabhadra" panose="02000600000000000000" pitchFamily="2" charset="0"/>
                  <a:cs typeface="Ramabhadra" panose="02000600000000000000" pitchFamily="2" charset="0"/>
                </a:rPr>
                <a:t>నూతన కృపలతో నను నింపుచున్నావు (2) 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0ED263-63AA-434F-8E88-AB7AD897A1CD}"/>
                </a:ext>
              </a:extLst>
            </p:cNvPr>
            <p:cNvSpPr/>
            <p:nvPr/>
          </p:nvSpPr>
          <p:spPr>
            <a:xfrm>
              <a:off x="4282546" y="320167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2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D4861E3-0140-4666-A772-E1339125A35F}"/>
              </a:ext>
            </a:extLst>
          </p:cNvPr>
          <p:cNvGrpSpPr/>
          <p:nvPr/>
        </p:nvGrpSpPr>
        <p:grpSpPr>
          <a:xfrm>
            <a:off x="5104338" y="182031"/>
            <a:ext cx="4858937" cy="6493935"/>
            <a:chOff x="160868" y="182032"/>
            <a:chExt cx="4858937" cy="649393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E606F7A-0439-43E4-A07F-A35A8691EB42}"/>
                </a:ext>
              </a:extLst>
            </p:cNvPr>
            <p:cNvSpPr/>
            <p:nvPr/>
          </p:nvSpPr>
          <p:spPr>
            <a:xfrm>
              <a:off x="160868" y="182032"/>
              <a:ext cx="4648200" cy="6493935"/>
            </a:xfrm>
            <a:prstGeom prst="rect">
              <a:avLst/>
            </a:prstGeom>
            <a:noFill/>
            <a:ln w="19050" cmpd="thinThick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D950E5A-63C0-4187-892B-9549599FCD15}"/>
                </a:ext>
              </a:extLst>
            </p:cNvPr>
            <p:cNvSpPr txBox="1"/>
            <p:nvPr/>
          </p:nvSpPr>
          <p:spPr>
            <a:xfrm>
              <a:off x="270004" y="281078"/>
              <a:ext cx="4749801" cy="62324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నజరేయుడా నా యేసయ్య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ఎన్ని యుగాలకైనా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ఆరాధ్య దైవము నీవేనని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గళమెత్తి నీ కీర్తి నే చాటెద</a:t>
              </a:r>
            </a:p>
            <a:p>
              <a:pPr defTabSz="439781"/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ఆకాశ గగనాలను నీ జేనతో కొలిచితివి (2)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శూన్యములో ఈ భూమిని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వ్రేలాడదీసిన నా యేసయ్య (2)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నీకే వందనం నీకే వందనం (2)</a:t>
              </a:r>
            </a:p>
            <a:p>
              <a:pPr defTabSz="439781"/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అగాధ సముద్రాలకు నీవే ఎల్లలు వేసితివి (2)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జలములలోబడి నే వెళ్ళినా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నన్నేమి చేయవు నా యేసయ్యా (2)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నీకే వందనం నీకే వందనం (2)</a:t>
              </a:r>
            </a:p>
            <a:p>
              <a:pPr defTabSz="439781"/>
              <a:endParaRPr lang="te-IN" sz="2100" dirty="0">
                <a:latin typeface="Ramabhadra" panose="02000600000000000000" pitchFamily="2" charset="0"/>
                <a:cs typeface="Ramabhadra" panose="02000600000000000000" pitchFamily="2" charset="0"/>
              </a:endParaRP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సీయోను శిఖరాగ్రము నీ సింహాసనమాయెనా (2)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సీయోనులో నిను చూడాలని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ఆశతో ఉన్నాను నా యేసయ్యా (2)</a:t>
              </a:r>
            </a:p>
            <a:p>
              <a:pPr defTabSz="439781"/>
              <a:r>
                <a:rPr lang="te-IN" sz="2100" dirty="0">
                  <a:latin typeface="Ramabhadra" panose="02000600000000000000" pitchFamily="2" charset="0"/>
                  <a:cs typeface="Ramabhadra" panose="02000600000000000000" pitchFamily="2" charset="0"/>
                </a:rPr>
                <a:t>నీకే వందనం నీకే వందనం (2)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F461D1-594E-4D24-8238-761378173A6A}"/>
                </a:ext>
              </a:extLst>
            </p:cNvPr>
            <p:cNvSpPr/>
            <p:nvPr/>
          </p:nvSpPr>
          <p:spPr>
            <a:xfrm>
              <a:off x="4300012" y="286334"/>
              <a:ext cx="390525" cy="390525"/>
            </a:xfrm>
            <a:prstGeom prst="ellipse">
              <a:avLst/>
            </a:prstGeom>
            <a:noFill/>
            <a:ln w="190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IN" dirty="0">
                  <a:solidFill>
                    <a:schemeClr val="tx1"/>
                  </a:solidFill>
                </a:rPr>
                <a:t>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19142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880</TotalTime>
  <Words>374</Words>
  <Application>Microsoft Office PowerPoint</Application>
  <PresentationFormat>A4 Paper (210x297 mm)</PresentationFormat>
  <Paragraphs>67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Ramabhadra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Venu Yalapala</dc:creator>
  <cp:lastModifiedBy>Venu Yalapala</cp:lastModifiedBy>
  <cp:revision>108</cp:revision>
  <dcterms:created xsi:type="dcterms:W3CDTF">2024-09-21T15:36:03Z</dcterms:created>
  <dcterms:modified xsi:type="dcterms:W3CDTF">2025-02-21T07:53:17Z</dcterms:modified>
</cp:coreProperties>
</file>