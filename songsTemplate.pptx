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54" y="996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30-11-2024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369490" cy="6493935"/>
            <a:chOff x="160868" y="182032"/>
            <a:chExt cx="536949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416948" y="710999"/>
              <a:ext cx="5113410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స్తుతి పాత్రుడా – నా యేసయ్యా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ఆరాధనకు నీవె యోగ్యుడవయ్యా (2)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వాక్యమే నా పరవశము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వాక్యమే నా ఆత్మకు ఆహారము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వాక్యమే నా పాదములకు దీపము (3)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కృపయే నా ఆశ్రయము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కృపయే నా ఆత్మకు అభిషేకము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కృపయే నా జీవన ఆధారము (3)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సౌందర్యము యెరూషలేము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పరిపూర్ణత సీయోను శిఖరము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పరిపూర్ణత నా జీవిత గమ్యము (3)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18523" y="32047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41088" cy="6493935"/>
            <a:chOff x="160868" y="182032"/>
            <a:chExt cx="4741088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60650" y="320475"/>
              <a:ext cx="4541306" cy="53245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ఇంత కాలం నీదు కృపలో కాచిన దేవా (2)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ఇకను కూడా మాకు తోడు నీడ నీవే కదా (2)        </a:t>
              </a:r>
            </a:p>
            <a:p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ఏళ్ళు గడచినా –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తరాలు మారినా (2)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మారని వీడని ప్రేమే నీదయ్యా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మార్చిన నా జీవితం నీకే యేసయ్యా (2)  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       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చేసిన మేలులు –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తలచుకుందును అనుదినం (2)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స్తుతి స్తోత్రము నీకే యేసయ్యా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వేరుగా ఏమియు చెల్లించలేనయ్యా (2) 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          </a:t>
              </a: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దూరమైతిరి ఆప్తులు –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విడచిపోతిరి నా హితులు (2)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శోధన వేదన తీర్చిన యేసయ్యా</a:t>
              </a:r>
              <a:b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తల్లిలా తండ్రిలా కాచిన యేసయ్యా (2) 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831293" cy="6493935"/>
            <a:chOff x="160868" y="182032"/>
            <a:chExt cx="483129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43961" y="809050"/>
              <a:ext cx="4648200" cy="56323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యేసయ్యా.. యేసయ్యా.. యేసయ్యా.. యేసయ్యా..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నిన్నే నిన్నే నే కొలుతునయ్యా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నీవే నా రాజువయ్యా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 యేసయ్య యేసయ్యా…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కొండలలో లోయలలో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అడవులలో ఎడారులలో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గమనించినావా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నడిపించినావా (2)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ఆత్మీయులే నన్ను అవమానించగా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అన్యులు నన్ను అపహసించగా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అండ నీవైతివయ్యా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నా.. కొండ నీవే యేసయ్యా 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943469" cy="6493935"/>
            <a:chOff x="160868" y="182032"/>
            <a:chExt cx="494346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54536" y="716955"/>
              <a:ext cx="4749801" cy="59093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వందనం త్రియేకుడా - ఘన మహిమ నీకెగా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ఏ పాటి వాడను యేసయ్యా, నన్ను కోరుకొంటివే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ఏ పాటి దానను యేసయ్యా, నన్ను కోరుకొంటివే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ఈవులెన్నెన్నో దయచేసితివి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స్నేహమే నాకు స్థిరపరచితివి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పాద సేవ చేయుట కన్నా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విలువైన భాగ్యం లేదు (2) నాకూ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అవసరతలు ఏవైన తీర్చెడి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యిరే నీవే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కోరికంతా ఏ క్షణమైనా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నీవేగా నా యేసూ (2) ఆమెన్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మా సర్వమంతా నీవే నయ్యా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నీకే గా అంకితం చేసితిమీ (2)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వేచియున్నాము సెలవిమ్ము దేవా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ఆజ్ఞ పాటించెదమూ (2) స్తోత్రం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473</TotalTime>
  <Words>315</Words>
  <Application>Microsoft Office PowerPoint</Application>
  <PresentationFormat>A4 Paper (210x297 mm)</PresentationFormat>
  <Paragraphs>60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57</cp:revision>
  <dcterms:created xsi:type="dcterms:W3CDTF">2024-09-21T15:36:03Z</dcterms:created>
  <dcterms:modified xsi:type="dcterms:W3CDTF">2024-11-30T13:39:10Z</dcterms:modified>
</cp:coreProperties>
</file>