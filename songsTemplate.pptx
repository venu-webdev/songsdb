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27" autoAdjust="0"/>
    <p:restoredTop sz="94660"/>
  </p:normalViewPr>
  <p:slideViewPr>
    <p:cSldViewPr snapToGrid="0" showGuides="1">
      <p:cViewPr varScale="1">
        <p:scale>
          <a:sx n="79" d="100"/>
          <a:sy n="79" d="100"/>
        </p:scale>
        <p:origin x="996" y="78"/>
      </p:cViewPr>
      <p:guideLst>
        <p:guide orient="horz" pos="2137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28-12-2024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14433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28-12-2024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940524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28-12-2024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089776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28-12-2024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727818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28-12-2024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9030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28-12-2024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704666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28-12-2024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256131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28-12-2024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669311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28-12-2024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515786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28-12-2024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862357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28-12-2024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41318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102B08-ED9E-409F-B95F-09CAA1DAF6E0}" type="datetimeFigureOut">
              <a:rPr lang="en-IN" smtClean="0"/>
              <a:t>28-12-2024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991013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7E1EC36-C610-4951-92FB-5FA9BAA559EC}"/>
              </a:ext>
            </a:extLst>
          </p:cNvPr>
          <p:cNvGrpSpPr/>
          <p:nvPr/>
        </p:nvGrpSpPr>
        <p:grpSpPr>
          <a:xfrm>
            <a:off x="160868" y="182032"/>
            <a:ext cx="4648200" cy="6493935"/>
            <a:chOff x="160868" y="182032"/>
            <a:chExt cx="4648200" cy="649393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B702E0D-FD8D-4F00-8F9D-9ACEED91C763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5F65C11-52F8-415B-A70B-C02268F6F4A1}"/>
                </a:ext>
              </a:extLst>
            </p:cNvPr>
            <p:cNvSpPr txBox="1"/>
            <p:nvPr/>
          </p:nvSpPr>
          <p:spPr>
            <a:xfrm>
              <a:off x="318523" y="331486"/>
              <a:ext cx="4483140" cy="51706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స్తుతుల పైన నివసించువాడా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అంతరంగికుడా యేసయ్యా (2)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నీవు నా పక్షమై యున్నావు గనుకే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జయమే జయమే ఎల్లవేళలా జయమే (2)</a:t>
              </a:r>
            </a:p>
            <a:p>
              <a:pPr defTabSz="439781">
                <a:defRPr/>
              </a:pPr>
              <a:endParaRPr lang="te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నన్ను నిర్మించిన రీతి తలచగా –</a:t>
              </a:r>
              <a:endParaRPr lang="en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ఎంతో ఆశ్చర్యమే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అది నా ఊహకే వింతైనది (2)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ఎరుపెక్కిన శత్రువుల చూపు నుండి తప్పించి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ఎనలేని ప్రేమను నాపై కురిపించావు (2)</a:t>
              </a:r>
            </a:p>
            <a:p>
              <a:pPr defTabSz="439781">
                <a:defRPr/>
              </a:pPr>
              <a:endParaRPr lang="te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ద్రాక్షావల్లి అయిన నీలోనే - బహుగా వేరు పారగా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నీతో మధురమైన ఫలములీయనా (2)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ఉన్నత స్థలములపై నాకు స్థానమిచ్చితివే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విజయుడా నీ కృప చాలును నా జీవితాన (2)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0ED263-63AA-434F-8E88-AB7AD897A1CD}"/>
                </a:ext>
              </a:extLst>
            </p:cNvPr>
            <p:cNvSpPr/>
            <p:nvPr/>
          </p:nvSpPr>
          <p:spPr>
            <a:xfrm>
              <a:off x="4312694" y="309857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4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D4861E3-0140-4666-A772-E1339125A35F}"/>
              </a:ext>
            </a:extLst>
          </p:cNvPr>
          <p:cNvGrpSpPr/>
          <p:nvPr/>
        </p:nvGrpSpPr>
        <p:grpSpPr>
          <a:xfrm>
            <a:off x="5104338" y="182031"/>
            <a:ext cx="5693837" cy="6493935"/>
            <a:chOff x="160868" y="182032"/>
            <a:chExt cx="5693837" cy="649393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E606F7A-0439-43E4-A07F-A35A8691EB42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D950E5A-63C0-4187-892B-9549599FCD15}"/>
                </a:ext>
              </a:extLst>
            </p:cNvPr>
            <p:cNvSpPr txBox="1"/>
            <p:nvPr/>
          </p:nvSpPr>
          <p:spPr>
            <a:xfrm>
              <a:off x="240243" y="276251"/>
              <a:ext cx="5614462" cy="62478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యేసయ్యా .. నీ కృప నాకు చాలయ్యా.. </a:t>
              </a:r>
            </a:p>
            <a:p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కృప లేనిదే నే బ్రతుకలేనయ్యా … </a:t>
              </a:r>
            </a:p>
            <a:p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కృప లేని క్షణము – నీ దయ లేని క్షణము </a:t>
              </a:r>
            </a:p>
            <a:p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నేనూహించలేను యేసయ్యా.. (2)</a:t>
              </a:r>
            </a:p>
            <a:p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యేసయ్యా నీ కృప నాకు చాలయ్యా –</a:t>
              </a:r>
            </a:p>
            <a:p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కృప లేనిదే నేనుండలేనయ్యా (2) నీ కృప</a:t>
              </a:r>
            </a:p>
            <a:p>
              <a:endParaRPr lang="te-IN" sz="20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మహిమను విడిచి – మహిలోకి దిగివచ్చి </a:t>
              </a:r>
            </a:p>
            <a:p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మార్గముగా మారి – మనిషిగ మార్చావు </a:t>
              </a:r>
            </a:p>
            <a:p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మహినే నీవు మాధుర్యముగ మార్చి </a:t>
              </a:r>
            </a:p>
            <a:p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మాదిరి చూపి మరు రూపమిచ్చావు(2)</a:t>
              </a:r>
            </a:p>
            <a:p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మహిమలో నేను మహిమను పొంద </a:t>
              </a:r>
            </a:p>
            <a:p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మహిమగ మార్చింది నీకృప (2) యేసయ్యా నీ కృప</a:t>
              </a:r>
            </a:p>
            <a:p>
              <a:endParaRPr lang="te-IN" sz="20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ఆజ్ఞల మార్గమున ఆశ్రయమును ఇచ్చి </a:t>
              </a:r>
            </a:p>
            <a:p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ఆపత్కాలమున ఆదుకొన్నావు </a:t>
              </a:r>
            </a:p>
            <a:p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ఆత్మీయులతో – ఆనందింపజేసి </a:t>
              </a:r>
            </a:p>
            <a:p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ఆనంద తైలముతో – అభిషేకించావు  (2)</a:t>
              </a:r>
            </a:p>
            <a:p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ఆశతీర ఆరాధన చేసే </a:t>
              </a:r>
            </a:p>
            <a:p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అదృష్టమిచ్చింది నీ కృప (2)యేసయ్యా నీ కృప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6F461D1-594E-4D24-8238-761378173A6A}"/>
                </a:ext>
              </a:extLst>
            </p:cNvPr>
            <p:cNvSpPr/>
            <p:nvPr/>
          </p:nvSpPr>
          <p:spPr>
            <a:xfrm>
              <a:off x="4224907" y="326430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42490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7E1EC36-C610-4951-92FB-5FA9BAA559EC}"/>
              </a:ext>
            </a:extLst>
          </p:cNvPr>
          <p:cNvGrpSpPr/>
          <p:nvPr/>
        </p:nvGrpSpPr>
        <p:grpSpPr>
          <a:xfrm>
            <a:off x="160868" y="182032"/>
            <a:ext cx="4795835" cy="6493935"/>
            <a:chOff x="160868" y="182032"/>
            <a:chExt cx="4795835" cy="649393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B702E0D-FD8D-4F00-8F9D-9ACEED91C763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5F65C11-52F8-415B-A70B-C02268F6F4A1}"/>
                </a:ext>
              </a:extLst>
            </p:cNvPr>
            <p:cNvSpPr txBox="1"/>
            <p:nvPr/>
          </p:nvSpPr>
          <p:spPr>
            <a:xfrm>
              <a:off x="308503" y="768683"/>
              <a:ext cx="4648200" cy="52629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నజరేయుడా నా యేసయ్య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ఎన్ని యుగాలకైనా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ఆరాధ్య దైవము నీవేనని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గళమెత్తి నీ కీర్తి నే చాటెద</a:t>
              </a:r>
            </a:p>
            <a:p>
              <a:pPr defTabSz="439781">
                <a:defRPr/>
              </a:pPr>
              <a:endParaRPr lang="te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ఆకాశ గగనాలను నీ జేనతో కొలిచితివి (2)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శూన్యములో ఈ భూమిని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వ్రేలాడదీసిన నా యేసయ్య (2)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నీకే వందనం నీకే వందనం (2)</a:t>
              </a:r>
            </a:p>
            <a:p>
              <a:pPr defTabSz="439781">
                <a:defRPr/>
              </a:pPr>
              <a:endParaRPr lang="te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అగాధ సముద్రాలకు నీవే ఎల్లలు వేసితివి (2)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జలములలోబడి నే వెళ్ళినా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నన్నేమి చేయవు నా యేసయ్యా (2)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నీకే వందనం నీకే వందనం (2) 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0ED263-63AA-434F-8E88-AB7AD897A1CD}"/>
                </a:ext>
              </a:extLst>
            </p:cNvPr>
            <p:cNvSpPr/>
            <p:nvPr/>
          </p:nvSpPr>
          <p:spPr>
            <a:xfrm>
              <a:off x="343961" y="326430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2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D4861E3-0140-4666-A772-E1339125A35F}"/>
              </a:ext>
            </a:extLst>
          </p:cNvPr>
          <p:cNvGrpSpPr/>
          <p:nvPr/>
        </p:nvGrpSpPr>
        <p:grpSpPr>
          <a:xfrm>
            <a:off x="5104338" y="182031"/>
            <a:ext cx="4897436" cy="6493935"/>
            <a:chOff x="160868" y="182032"/>
            <a:chExt cx="4897436" cy="649393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E606F7A-0439-43E4-A07F-A35A8691EB42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D950E5A-63C0-4187-892B-9549599FCD15}"/>
                </a:ext>
              </a:extLst>
            </p:cNvPr>
            <p:cNvSpPr txBox="1"/>
            <p:nvPr/>
          </p:nvSpPr>
          <p:spPr>
            <a:xfrm>
              <a:off x="308503" y="521693"/>
              <a:ext cx="4749801" cy="46935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>
                <a:defRPr/>
              </a:pP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నీవుంటే నాకు చాలు యేసయ్యా</a:t>
              </a:r>
            </a:p>
            <a:p>
              <a:pPr defTabSz="439781">
                <a:defRPr/>
              </a:pP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నీవెంటే నేను ఉంటానేసయ్యా (2)</a:t>
              </a:r>
            </a:p>
            <a:p>
              <a:pPr defTabSz="439781">
                <a:defRPr/>
              </a:pP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మాట చాలయ్యా నీ చూపు చాలయ్యా</a:t>
              </a:r>
            </a:p>
            <a:p>
              <a:pPr defTabSz="439781">
                <a:defRPr/>
              </a:pP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తోడు చాలయ్యా నీ నీడ చాలయ్యా (2)</a:t>
              </a:r>
              <a:endParaRPr lang="en-IN" sz="23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endParaRPr lang="te-IN" sz="23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ఎన్ని బాధలున్ననూ ఇబ్బందులైననూ</a:t>
              </a:r>
            </a:p>
            <a:p>
              <a:pPr defTabSz="439781">
                <a:defRPr/>
              </a:pP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ఎంత కష్టమొచ్చినా నిష్టూరమైననూ (2)</a:t>
              </a:r>
              <a:endParaRPr lang="en-IN" sz="23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endParaRPr lang="te-IN" sz="23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బ్రతుకు నావ పగిలినా కడలి పాలైననూ</a:t>
              </a:r>
            </a:p>
            <a:p>
              <a:pPr defTabSz="439781">
                <a:defRPr/>
              </a:pP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అలలు ముంచి వేసినా ఆశలు అనగారినా (2)</a:t>
              </a:r>
              <a:endParaRPr lang="en-IN" sz="23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endParaRPr lang="te-IN" sz="23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ఆస్తులన్నీ పోయినా అనాథగా మిగిలినా</a:t>
              </a:r>
            </a:p>
            <a:p>
              <a:pPr defTabSz="439781">
                <a:defRPr/>
              </a:pP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ఆప్తులే విడనాడినా ఆరోగ్యం క్షీణించినా (2) 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6F461D1-594E-4D24-8238-761378173A6A}"/>
                </a:ext>
              </a:extLst>
            </p:cNvPr>
            <p:cNvSpPr/>
            <p:nvPr/>
          </p:nvSpPr>
          <p:spPr>
            <a:xfrm>
              <a:off x="4300012" y="286334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191426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756</TotalTime>
  <Words>304</Words>
  <Application>Microsoft Office PowerPoint</Application>
  <PresentationFormat>A4 Paper (210x297 mm)</PresentationFormat>
  <Paragraphs>66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Ramabhadra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Venu Yalapala</dc:creator>
  <cp:lastModifiedBy>Venu Yalapala</cp:lastModifiedBy>
  <cp:revision>80</cp:revision>
  <dcterms:created xsi:type="dcterms:W3CDTF">2024-09-21T15:36:03Z</dcterms:created>
  <dcterms:modified xsi:type="dcterms:W3CDTF">2024-12-28T16:23:55Z</dcterms:modified>
</cp:coreProperties>
</file>