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1194" y="7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07-03-2025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20079" y="241178"/>
              <a:ext cx="4483140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స్తోత్రము స్తుతి స్తోత్రము  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చెల్లించుడి యేసుకే (2)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రాజాధిరాజు దేవాధిదేవుడు 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స్తుతులకు పాత్రుడు</a:t>
              </a:r>
            </a:p>
            <a:p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మనుష్య కుమారుడై 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మనుజుల పాపముకై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మహిలోన వెలసెను 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మరణించి లెచేను (2)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 స్వరూపుడు 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 స్వరూపుడు</a:t>
              </a:r>
            </a:p>
            <a:p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పాపపు వస్త్రము మార్చి 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నీతిమంతులుగ తీర్చి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పరిశుద్దులతో చేర్చి  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పరమ సౌభాగ్యము నిచ్చి (2)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 స్వరూపుడు 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 స్వరూపుడు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48200" cy="6493935"/>
            <a:chOff x="160868" y="182032"/>
            <a:chExt cx="46482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56993" y="326430"/>
              <a:ext cx="4544669" cy="47692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జీవించు చున్నవాడా –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సజీవుడవైన దేవా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కొలుతుం నిరతం –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మము జీవింప జేయుమయ్యా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ఐగుప్తు దాస్యం నుండి విడుదలనిచ్చిన దేవా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ఎండిన బండనుండి జలముల నిచ్చిన దేవా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జీవదాత నీవే ముక్తి దాత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నీవేసు దేవుడవు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సింహపు నోటినుండి అగ్ని గుండము నుండి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రక్షించిన దేవా రక్షణ కారకుడా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జీవదాత నీవే ముక్తి దాత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నీవేసు దేవుడవు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EBA6011-CA21-438F-B7D1-377168C5DA16}"/>
              </a:ext>
            </a:extLst>
          </p:cNvPr>
          <p:cNvSpPr/>
          <p:nvPr/>
        </p:nvSpPr>
        <p:spPr>
          <a:xfrm>
            <a:off x="7021458" y="6672245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044142-8A4B-48E2-8204-53A1EBC016D8}"/>
              </a:ext>
            </a:extLst>
          </p:cNvPr>
          <p:cNvSpPr/>
          <p:nvPr/>
        </p:nvSpPr>
        <p:spPr>
          <a:xfrm>
            <a:off x="2010310" y="6667174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0001</a:t>
            </a:r>
          </a:p>
        </p:txBody>
      </p: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506736" cy="6493935"/>
            <a:chOff x="160868" y="182032"/>
            <a:chExt cx="5506736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1993" y="272608"/>
              <a:ext cx="5395611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ప్రేమించెదన్ అధికముగా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ఆరాధింతున్ ఆసక్తితో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నిన్ను పూర్ణ మనసుతో ఆరాధింతున్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పూర్ణ బలముతో ప్రేమించెదన్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 ఆరాధనా ఆ.. ఆ..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 ఆరాధనా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ఎబినేజరే ఎబినేజరే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ఇంత వరకు ఆదుకొన్నావే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ఇంత వరకు ఆదుకొన్నావే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ఎల్రోహి ఎల్రోహి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చూచావే వందనమయ్యా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చూచావే వందనమయ్యా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రాఫా యెహోవా రాఫా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స్వస్థపరిచావే వందనమయ్యా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స్వస్థపరిచావే వందనమయ్యా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01662" cy="6493935"/>
            <a:chOff x="160868" y="182032"/>
            <a:chExt cx="48016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12729" y="206959"/>
              <a:ext cx="4749801" cy="62324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యేసయ్యా.. యేసయ్యా.. యేసయ్యా.. యేసయ్యా..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నిన్నే నిన్నే నే కొలుతునయ్యా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నీవే నా రాజువయ్యా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 యేసయ్య యేసయ్యా…</a:t>
              </a:r>
            </a:p>
            <a:p>
              <a:pPr defTabSz="439781"/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కొండలలో లోయలలో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అడవులలో ఎడారులలో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గమనించినావా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నడిపించినావా (2)</a:t>
              </a:r>
            </a:p>
            <a:p>
              <a:pPr defTabSz="439781"/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ఆత్మీయులే నన్ను అవమానించగా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అన్యులే నన్ను అపహసించగా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అండ నీవైతివయ్యా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నా.. కొండ నీవే యేసయ్యా (2)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మరణ ఛాయలో మెరిసిన నీ ప్రేమ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నలిగిన బ్రతుకున కురిసిన నీ కృప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బలపరచెనయ్యా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నిన్నే ఘనపరతునయ్యా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634493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95DE29B-C121-4EE2-96D2-B50349B9AEB6}"/>
              </a:ext>
            </a:extLst>
          </p:cNvPr>
          <p:cNvSpPr/>
          <p:nvPr/>
        </p:nvSpPr>
        <p:spPr>
          <a:xfrm>
            <a:off x="7021458" y="6684761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68D772-32D4-45FD-A15D-744327419879}"/>
              </a:ext>
            </a:extLst>
          </p:cNvPr>
          <p:cNvSpPr/>
          <p:nvPr/>
        </p:nvSpPr>
        <p:spPr>
          <a:xfrm>
            <a:off x="2010310" y="6679690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0001</a:t>
            </a:r>
          </a:p>
        </p:txBody>
      </p: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912</TotalTime>
  <Words>232</Words>
  <Application>Microsoft Office PowerPoint</Application>
  <PresentationFormat>A4 Paper (210x297 mm)</PresentationFormat>
  <Paragraphs>77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122</cp:revision>
  <dcterms:created xsi:type="dcterms:W3CDTF">2024-09-21T15:36:03Z</dcterms:created>
  <dcterms:modified xsi:type="dcterms:W3CDTF">2025-03-07T17:08:09Z</dcterms:modified>
</cp:coreProperties>
</file>