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113" d="100"/>
          <a:sy n="113" d="100"/>
        </p:scale>
        <p:origin x="1320" y="102"/>
      </p:cViewPr>
      <p:guideLst>
        <p:guide orient="horz" pos="2137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26-10-2024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14433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26-10-2024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4052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26-10-2024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8977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26-10-2024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27818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26-10-2024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9030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26-10-2024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04666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26-10-2024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5613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26-10-2024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6931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26-10-2024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15786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26-10-2024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6235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26-10-2024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131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102B08-ED9E-409F-B95F-09CAA1DAF6E0}" type="datetimeFigureOut">
              <a:rPr lang="en-IN" smtClean="0"/>
              <a:t>26-10-2024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9101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5321825" cy="6493935"/>
            <a:chOff x="160868" y="182032"/>
            <a:chExt cx="5321825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369283" y="326308"/>
              <a:ext cx="5113410" cy="61863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స్తుతించి పాడెదం – స్తుతుల స్తోత్రార్హుడా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ఉత్సాహించి పాడెదం –</a:t>
              </a:r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ఉదయ సాయంత్రముల్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స్తుతుల సింహాసనం మీద</a:t>
              </a:r>
              <a:r>
                <a:rPr lang="en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ఆసీనుడా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మా స్తుతి ఆరాధన నీకే చెల్లింతుము (2)</a:t>
              </a: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గతకాలమంతా నీవు –</a:t>
              </a:r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మము కాచి కాపాడావు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వ్యధలన్ని తీసావు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గతిలేని మాపై నీవు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మితిలేని ప్రేమ చూపి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శత సంఖ్యగా మమ్ము దీవించావు</a:t>
              </a: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కరుణా కటాక్షములను కిరీటములుగాను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ఉంచావు మా తలపై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పక్షి రాజు యవ్వనమువలె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మా యవ్వనమునంతా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ఉత్తేజపరిచి తృప్తిని ఇచ్చావు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4261380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773991" cy="6493935"/>
            <a:chOff x="160868" y="182032"/>
            <a:chExt cx="4773991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393553" y="732056"/>
              <a:ext cx="4541306" cy="58477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ఆనందం నీలోనే – ఆధారం నీవేగా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ఆశ్రయం నీలోనే – నా యేసయ్యా – స్తోత్రార్హుడు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అర్హతేలేని నన్ను – ప్రేమించినావు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జీవింతు ఇలలో – నీ కోసమే – సాక్ష్యార్థమై   </a:t>
              </a: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పదే పదే నిన్నే చేరగా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ప్రతిక్షణం నీవే ధ్యాసగా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కలవరాల కోటలో – కన్నీటి బాటలో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కాపాడే కవచంగా – నన్ను ఆవరించిన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దివ్యక్షేత్రమా – స్తోత్రగీతమా   </a:t>
              </a: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నిరంతరం నీవే వెలుగని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నిత్యమైన స్వాస్థ్యం నీదని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సన్నిధి వీడక – సన్నుతించి పాడనా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నీకొరకే ధ్వజమెత్తి నిన్న ప్రకటించనా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సత్యవాక్యమే – జీవవాక్యమే 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343961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2490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4792132" cy="6493935"/>
            <a:chOff x="160868" y="182032"/>
            <a:chExt cx="4792132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304800" y="830573"/>
              <a:ext cx="4648200" cy="55861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నేనెల్లప్పుడు యెహోవాను సన్నుతించెదన్‌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నిత్యము ఆయన కీర్తి నా నోట నుండున్‌ - (2)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అంతా నా మేలుకే - ఆరాధనా యేసుకే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అంతా నా మంచికే –</a:t>
              </a:r>
              <a:endParaRPr lang="en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తన చిత్తమునకు తల వంచితే-(2)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అరాధన ఆపను - స్తుతియించుట మానను - (2)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స్తుతియించుట మానను</a:t>
              </a:r>
            </a:p>
            <a:p>
              <a:pPr defTabSz="439781">
                <a:defRPr/>
              </a:pPr>
              <a:endParaRPr lang="te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1. కన్నీల్లే పానములైన - కఠిన దుఃఖ బాధలైన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స్థితిగతులే మారిన - అవకాశం చేజారిన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మారదు యేసు ప్రేమ - నిత్యుడైన తండ్రి ప్రేమ - (2)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మారదు యేసు ప్రేమ - నిత్యుడైన తండ్రి ప్రేమ - (2)</a:t>
              </a:r>
            </a:p>
            <a:p>
              <a:pPr defTabSz="439781">
                <a:defRPr/>
              </a:pPr>
              <a:endParaRPr lang="te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2. ఆస్తులన్ని కోల్పొయిన - కన్నవారే కునుమరుగైన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ఊపిరి బరువైన - గుండెలే పగిలినా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యెహోవా యిచ్చెను - యెహోవా తీసికొనెను - (2)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ఆయన నామమునకే - స్తుతి కలుగు గాక - (2)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343961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2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673149" cy="6493935"/>
            <a:chOff x="160868" y="182032"/>
            <a:chExt cx="4673149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292711" y="861353"/>
              <a:ext cx="4541306" cy="52629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ప్రార్థన శక్తి నాకు కావాలయ్యా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పరలోక అభిషేకం కావాలయ్యా (2)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యేసయ్యా కావాలయ్యా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ఆత్మ అభిషేకం కావలయ్యా (2</a:t>
              </a:r>
              <a:r>
                <a:rPr lang="en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)</a:t>
              </a: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ఏలియా ప్రార్థింపగ పొందిన శక్తి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నేను ప్రార్థింపగ దయచేయుమా (2)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ప్రార్థించి నిను చేరు భాగ్యమీయుమా (2)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నిరంతరం ప్రార్థింప కృపనీయుమా (2</a:t>
              </a:r>
              <a:r>
                <a:rPr lang="en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)</a:t>
              </a: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సింహాల గుహలోని దానియేలు శక్తి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ఈ లోకంలో నాకు కావలయ్యా (2)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నీతో నడిచే వరమీయుమా (2)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సిలువను మోసే కృపనీయుమా (2) 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343961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19142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321</TotalTime>
  <Words>318</Words>
  <Application>Microsoft Office PowerPoint</Application>
  <PresentationFormat>A4 Paper (210x297 mm)</PresentationFormat>
  <Paragraphs>69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Ramabhadra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Venu Yalapala</dc:creator>
  <cp:lastModifiedBy>Venu Yalapala</cp:lastModifiedBy>
  <cp:revision>35</cp:revision>
  <dcterms:created xsi:type="dcterms:W3CDTF">2024-09-21T15:36:03Z</dcterms:created>
  <dcterms:modified xsi:type="dcterms:W3CDTF">2024-10-26T13:49:04Z</dcterms:modified>
</cp:coreProperties>
</file>