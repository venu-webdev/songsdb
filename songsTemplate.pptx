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1146" y="102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648200" cy="6493935"/>
            <a:chOff x="160868" y="182032"/>
            <a:chExt cx="464820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72140" y="309857"/>
              <a:ext cx="4483140" cy="5847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మహాఘనుడవు మహోన్నతుడవు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 స్థలములోనే నివసించువాడవు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కృపా సత్య సంపూర్ణమై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 మధ్యలో నివసించుట న్యాయమా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పరిశుద్ధపరచుటే నీ ధర్మమా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వినయముగల వారిని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తగిన సమయములో హెచ్చించువాడవని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వాడు పాత్రనై నేనుండుటకై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నిలిచియుందును పవిత్రతతో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హల్లెలూయా యేసయ్యా నీకే స్తోత్రమయా (2)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దీన మనస్సు గలవారికే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సమృద్ధిగా కృపను దయచేయువాడవని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సముఖములో సజీవ సాక్షినై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కాపాడుకొందును మెళకువతో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హల్లెలూయా యేసయ్యా నీకే స్తోత్రమయా 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648200" cy="6493935"/>
            <a:chOff x="160868" y="182032"/>
            <a:chExt cx="4648200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67762" y="838158"/>
              <a:ext cx="4541306" cy="44935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 నీకృపలో - మము కాపాడుము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దేవా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మమ్ము రక్షించి 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-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నిత్య రాజ్యములో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నడుపుము మా ప్రభువా - నడుపుము మా ప్రభువా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సిలువను మోసుకొని - సువార్త చాటింప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విలువగు నీ శక్తిచే - నిత్యము నడిపించు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 నీ రక్తములో - శుద్దిపరచి నన్ను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నిలుపుము జ్యోతివలె - నిలుపుము జ్యోతివలె  </a:t>
              </a:r>
            </a:p>
            <a:p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కృంగిన వేళలలో - అలసిన సమయములో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చేయి విడువకుము - నన్ను నిలబెట్టు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 నీ రక్తములో - శుద్దిపరచి నన్ను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నిలుపుము జ్యోతివలె - నిలుపుము జ్యోతివలె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831293" cy="6493935"/>
            <a:chOff x="160868" y="182032"/>
            <a:chExt cx="4831293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43961" y="716954"/>
              <a:ext cx="464820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మదుర స్తుతులతో 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–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మ్రోదములరగ సదమదని</a:t>
              </a:r>
              <a:r>
                <a:rPr lang="en-US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పాడుదమా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క్రీస్తుకు గానం చేయుదమా –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నూతన గానము చేయుదమా</a:t>
              </a:r>
            </a:p>
            <a:p>
              <a:pPr defTabSz="439781">
                <a:defRPr/>
              </a:pP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యేసే దేవుడని దేవుని కుమారుడని (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2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ఆయనే పూజ్యడని –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ప్రభువుకు గానం చేయుదమా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నూతన గానము చేయుదమా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స్వర మండలముతో సితార సునాదముతో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తంతి వాయిద్యములతో పిల్లన గ్రోవులతో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మ్రోగుతాంబూలతో బూరల నాదముతో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గంభీర జయ ధ్వనులతో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ప్రభువుకు గానము చేయుదమా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నూతన గానము చేయుదమా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932894" cy="6493935"/>
            <a:chOff x="160868" y="182032"/>
            <a:chExt cx="4932894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43961" y="799864"/>
              <a:ext cx="4749801" cy="56938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తేజోమయా యేసయ్యా</a:t>
              </a:r>
              <a:r>
                <a:rPr lang="en-US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-</a:t>
              </a: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 పాత్రుడవు నీవయ్యా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మహిమ ఘనత ప్రభావములు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సమస్తము నీకేనయా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నిజమైన దేవా నీవంటివాడు లేడు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మహాత్మ్యము గల నిన్ను పోలినవాడెవడు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నామము ఘనమైనదయా –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నరులు నీకు భయపడెదరయా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marL="457200" indent="-457200" defTabSz="439781">
                <a:buAutoNum type="arabicPeriod"/>
                <a:defRPr/>
              </a:pP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జనములకు రాజా జీవముగలిగిన నాథా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సమస్తము నిర్మించినవాడవు నీవెగదా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ఉగ్రత తాళలేమయా –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మేలు చేయగలవు నీవయా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589</TotalTime>
  <Words>226</Words>
  <Application>Microsoft Office PowerPoint</Application>
  <PresentationFormat>A4 Paper (210x297 mm)</PresentationFormat>
  <Paragraphs>64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69</cp:revision>
  <dcterms:created xsi:type="dcterms:W3CDTF">2024-09-21T15:36:03Z</dcterms:created>
  <dcterms:modified xsi:type="dcterms:W3CDTF">2024-12-07T15:12:02Z</dcterms:modified>
</cp:coreProperties>
</file>