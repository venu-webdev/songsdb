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2238" y="828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23-11-2024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236140" cy="6493935"/>
            <a:chOff x="160868" y="182032"/>
            <a:chExt cx="523614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83598" y="241491"/>
              <a:ext cx="5113410" cy="63709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ఉత్సాహ గానము చేసెదము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ఘనపరచెదము మన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 నామమును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 యెహోవ రాఫా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 యెహోవ షమ్మా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 యెహోవ ఈరే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 యెహోవ షాలోమ్ (2)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అమూల్యములైన వాగ్ధానములు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అత్యధికముగా ఉన్నవి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వాటిని మనము నమ్మినయెడల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దేవుని మహిమను ఆనుభవించెదము (2)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ఆత్మీయ ఆరాధనలు జరుగుచున్నవి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ఇవన్ని వాగ్ధాన ఫలములెగా 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అత్మాభిషేకము సమృద్ధిగా పొంది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ఆత్మీయ వరములు అనుభవించెదము 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37077" y="320474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738425" cy="6493935"/>
            <a:chOff x="160868" y="182032"/>
            <a:chExt cx="4738425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57987" y="391483"/>
              <a:ext cx="4541306" cy="59093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7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ప్రేమించెదన్ అధికముగా</a:t>
              </a:r>
            </a:p>
            <a:p>
              <a:r>
                <a:rPr lang="te-IN" sz="27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ఆరాధింతున్ ఆసక్తితో (2)</a:t>
              </a:r>
            </a:p>
            <a:p>
              <a:r>
                <a:rPr lang="te-IN" sz="27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నిన్ను పూర్ణ మనసుతో ఆరాధింతున్</a:t>
              </a:r>
            </a:p>
            <a:p>
              <a:r>
                <a:rPr lang="te-IN" sz="27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పూర్ణ బలముతో ప్రేమించెదన్</a:t>
              </a:r>
            </a:p>
            <a:p>
              <a:r>
                <a:rPr lang="te-IN" sz="27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ఆరాధన ఆరాధనా ఆ.. ఆ.. </a:t>
              </a:r>
            </a:p>
            <a:p>
              <a:r>
                <a:rPr lang="te-IN" sz="27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ఆరాధన ఆరాధనా (2)</a:t>
              </a:r>
            </a:p>
            <a:p>
              <a:endParaRPr lang="te-IN" sz="27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7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ఎబినేజరే ఎబినేజరే</a:t>
              </a:r>
            </a:p>
            <a:p>
              <a:r>
                <a:rPr lang="te-IN" sz="27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ఇంత వరకు ఆదుకొన్నావే (2)</a:t>
              </a:r>
            </a:p>
            <a:p>
              <a:r>
                <a:rPr lang="te-IN" sz="27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ఇంత వరకు ఆదుకొన్నావే</a:t>
              </a:r>
            </a:p>
            <a:p>
              <a:endParaRPr lang="te-IN" sz="27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7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ఎల్రోహి ఎల్రోహి</a:t>
              </a:r>
            </a:p>
            <a:p>
              <a:r>
                <a:rPr lang="te-IN" sz="27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చూచావే వందనమయ్యా (2)</a:t>
              </a:r>
            </a:p>
            <a:p>
              <a:r>
                <a:rPr lang="te-IN" sz="27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చూచావే వందనమయ్యా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831293" cy="6493935"/>
            <a:chOff x="160868" y="182032"/>
            <a:chExt cx="4831293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43961" y="797508"/>
              <a:ext cx="4648200" cy="52629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సుగుణాల సంపన్నుడా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స్తుతిగానాల వారసుడా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జీవింతును నిత్యము నీ నీడలో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ఆస్వాదింతును నీ మాటల మకరందము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 నీతో జీవించగానే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బ్రతుకు బ్రతుకుగా మారేనులే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నాట్యమాడేను నా అంతరంగము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ఇది రక్షణానంద భాగ్యమే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 నిన్ను వెన్నంటగానే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ఆజ్ఞల మార్గము కనిపించెనే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నన్ను నడిపించగలవు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నేను నడువ వలసిన త్రోవలో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943469" cy="6493935"/>
            <a:chOff x="160868" y="182032"/>
            <a:chExt cx="4943469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54536" y="716955"/>
              <a:ext cx="4749801" cy="5847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కుమ్మరి ఓ కుమ్మరి జగతుత్పత్తిదారి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జిగట మన్నైన నా వంక చల్లంగా చూడుమయా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పనికిరాని పాత్ర అని –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పారవేయకుమా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పొంగి పొరలు పాత్రగా –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చేయుమా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లేఖన మందలి పాత్రలు –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ప్రభుని స్తుతించెను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అలంటి పాత్రగా –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మార్చి వేయుమా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సౌభాగ్యమైన పాత్రగా –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చేయుమా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సొగస్సులన్ని  కూడనుంచి –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మార్చుమా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452</TotalTime>
  <Words>199</Words>
  <Application>Microsoft Office PowerPoint</Application>
  <PresentationFormat>A4 Paper (210x297 mm)</PresentationFormat>
  <Paragraphs>59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54</cp:revision>
  <dcterms:created xsi:type="dcterms:W3CDTF">2024-09-21T15:36:03Z</dcterms:created>
  <dcterms:modified xsi:type="dcterms:W3CDTF">2024-11-23T15:32:51Z</dcterms:modified>
</cp:coreProperties>
</file>