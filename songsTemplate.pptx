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316" y="91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01-02-2025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69370" cy="6493935"/>
            <a:chOff x="160868" y="182032"/>
            <a:chExt cx="466937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47098" y="328311"/>
              <a:ext cx="4483140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సదాకాలము నీతో నేను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జీవించెదను యేసయ్య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యేసయ్యా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యేసయ్యా 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       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పాపాల ఊభిలో పడియున్న నన్ను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ప్రేమతో పైకి లేపావయ్యా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ఏ తోడులేని నాకు నా తోడుగా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నాఅండగా నీవు  నిలిచావయ్యా 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        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వాత్సల్యమును నాపై చూపించి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సాక్షిగా నన్ను నిలిపావయ్యా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ఆశ్చర్యకార్యములు ఎన్నో చేసి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పాత్రగా నన్ను మలిచావయ్యా 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922300" cy="6493935"/>
            <a:chOff x="160868" y="182032"/>
            <a:chExt cx="492230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402136" y="332377"/>
              <a:ext cx="4681032" cy="60016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స్తోత్రబలి స్తోత్రబలి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మంచిదేవా నీకేనయ్యా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శుభవేళ ఆనందమే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తండ్రి నీ చిరుపాదమే (2)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నిన్నటి బాధలంతా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నేటికి మాయమయ్యే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నెమ్మది ఉదయించె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అది శాశ్వతమైనదయ్యా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కోటి కోటి స్తోత్రం డాడి (3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)</a:t>
              </a: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   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రేయంతా కాచితివి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మరు దినమిచ్చితివి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మరువని నా స్నేహమా</a:t>
              </a:r>
              <a:endParaRPr lang="en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కలసి సంతోషింతును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కోటి కోటి స్తోత్రం డాడి (3)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726868" cy="6703968"/>
            <a:chOff x="160868" y="182032"/>
            <a:chExt cx="5726868" cy="670396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492125" y="330359"/>
              <a:ext cx="5395611" cy="65556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యేసే నా పరిహారి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ప్రియ యేసే నా పరిహారి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జీవిత కాలమెల్ల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ప్రియ ప్రభువే నా పరిహారి (2)         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కష్టాలు కలిగిననూ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కృంగించె భాదలెన్నో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నష్టాలు వాటిల్లినా 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ప్రియ ప్రభువే నా పరిహారి (2)        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సాతాను వెంబడించినా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శత్రువు ఎదిరించినా (2)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పలు నిందలు నను చుట్టినా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ప్రియ ప్రభువే నా పరిహారి (2)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మణి మాన్యాలు లేకున్ననూ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పలు వేదనలు వేధించినా (2)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నరులెల్లరు నను విడచినా</a:t>
              </a:r>
              <a:b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ప్రియ ప్రభువే నా పరిహారి (2)         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     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943470" cy="6493935"/>
            <a:chOff x="160868" y="182032"/>
            <a:chExt cx="494347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54537" y="481596"/>
              <a:ext cx="4749801" cy="56323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శాశ్వతమైనది నా యేసుని ప్రేమ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నిరంతరం ఉండునది నిజ దేవుని ప్రేమ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యేసుని ప్రేమ  నా యేసుని ప్రేమ 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పాపములను భరియించినది 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నాకై శ్రమలను సహియించినది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 మారుగా మరణించినది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జీవముతో బ్రతికించునది 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యేసుని ప్రేమ  నా యేసుని ప్రేమ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మరణపులోయలో నను కాచినది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శ్రమలో నను ఓదార్చినది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వీడనిది ఎడబాయనిది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మారనిది  మధురమైనది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యేసుని ప్రేమ  నా యేసుని ప్రేమ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851</TotalTime>
  <Words>266</Words>
  <Application>Microsoft Office PowerPoint</Application>
  <PresentationFormat>A4 Paper (210x297 mm)</PresentationFormat>
  <Paragraphs>56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99</cp:revision>
  <dcterms:created xsi:type="dcterms:W3CDTF">2024-09-21T15:36:03Z</dcterms:created>
  <dcterms:modified xsi:type="dcterms:W3CDTF">2025-02-01T17:30:26Z</dcterms:modified>
</cp:coreProperties>
</file>