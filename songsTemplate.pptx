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 showGuides="1">
      <p:cViewPr varScale="1">
        <p:scale>
          <a:sx n="109" d="100"/>
          <a:sy n="109" d="100"/>
        </p:scale>
        <p:origin x="1194" y="78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22-03-2025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58534" y="182032"/>
            <a:ext cx="4650534" cy="6493935"/>
            <a:chOff x="158534" y="182032"/>
            <a:chExt cx="4650534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158534" y="671398"/>
              <a:ext cx="4648200" cy="52629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సీయెను పుర మదిగో మహా దేవుని పట్టణ మదిగో రారాజు రానైయున్నాడు రయమున నినుగొని సిద్దపడుమా సంసిద్దమగుమా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సంఘవధువా సిద్దపడుమా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అధికారులలో ప్రధానుడ అందరిలో ఘననీయుడ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అతి సుందరుడ మనో హరుడు</a:t>
              </a:r>
              <a:r>
                <a:rPr lang="en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మనో వీరుడు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మన ప్రభు యేసు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నిశ్చల రాజ్య స్థాపకుడు నిరంతం యేలు యువరాజు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ఆదియు అంతము లేని వాడు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తేజోమయుడు తేజోమంతుడు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మృతులను లేవు సజీవుడు ముక్తినొసగు రక్షకుడేసు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ప్రధాన దూత శబ్దముతో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ఆర్భాటముతో ఆర్భాటముతో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312694" y="30985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648200" cy="6493935"/>
            <a:chOff x="160868" y="182032"/>
            <a:chExt cx="4648200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56993" y="326430"/>
              <a:ext cx="4544669" cy="47692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 నీవే కావాలయ్యా 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నాతో కూడ రావాలయ్యా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ఘనుడ నీ దివ్య సన్నిధి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నను ఆదుకునే నా పెన్నిధి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కావాలయ్యా నాతో రావాలయ్యా </a:t>
              </a:r>
            </a:p>
            <a:p>
              <a:pPr>
                <a:lnSpc>
                  <a:spcPts val="2600"/>
                </a:lnSpc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నాతో వస్తే దిగులు నాకుండదు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ఆజ్ఞాపిస్తే తెగులు నన్నంటదు  </a:t>
              </a:r>
            </a:p>
            <a:p>
              <a:pPr>
                <a:lnSpc>
                  <a:spcPts val="2600"/>
                </a:lnSpc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నాతో వస్తే కొరత నాకుండదు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ఆజ్ఞాపిస్తే క్షయత నన్నంటదు</a:t>
              </a:r>
            </a:p>
            <a:p>
              <a:pPr>
                <a:lnSpc>
                  <a:spcPts val="2600"/>
                </a:lnSpc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నాతో వస్తే ఓటమి నాకుండదు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ఆజ్ఞాపిస్తే చీకటి నన్నంటదు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CEBA6011-CA21-438F-B7D1-377168C5DA16}"/>
              </a:ext>
            </a:extLst>
          </p:cNvPr>
          <p:cNvSpPr/>
          <p:nvPr/>
        </p:nvSpPr>
        <p:spPr>
          <a:xfrm>
            <a:off x="7021458" y="6672245"/>
            <a:ext cx="902677" cy="1820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0002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044142-8A4B-48E2-8204-53A1EBC016D8}"/>
              </a:ext>
            </a:extLst>
          </p:cNvPr>
          <p:cNvSpPr/>
          <p:nvPr/>
        </p:nvSpPr>
        <p:spPr>
          <a:xfrm>
            <a:off x="2010310" y="6667174"/>
            <a:ext cx="902677" cy="1820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0002</a:t>
            </a:r>
          </a:p>
        </p:txBody>
      </p: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5506736" cy="6493935"/>
            <a:chOff x="160868" y="182032"/>
            <a:chExt cx="5506736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71993" y="272608"/>
              <a:ext cx="5395611" cy="63709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రాజా నీ సన్నిధిలోనే ఉంటానయ్య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మనసారా ఆరాధిస్తు బ్రతికేస్తానయ్య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నేనుండలేనయ్య నే బ్రతుకలేనయ్య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లేకుండా నేనుండలేనయ్య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తోడే లేకుండా నే బ్రతుకలేనయ్య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సన్నిధానములో సంపూర్ణ సంతోషం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ఆరాధించుకొనే విలువైన అవకాశం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కోల్పోయినవన్ని నాకు ఇచ్చుటకును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బాధల నుండి బ్రతికించుటకును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రాకపోతే నేనేమైపోదునో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ఒంటరి పోరు నన్ను విసిగించిన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మనుషులెల్లరు నన్ను తప్పుపట్టినా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ఒంటరివాడే వేయి మంది అన్నావు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నేనున్నానులే భయపడకు అన్నావు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నేనంటే నీకు ఇంత ప్రేమ ఏంటయ్య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282546" y="32016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801662" cy="6493935"/>
            <a:chOff x="160868" y="182032"/>
            <a:chExt cx="4801662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12729" y="206959"/>
              <a:ext cx="4749801" cy="61863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ప్రేమించెదన్ అధికముగా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ఆరాధింతున్ ఆసక్తితో (2)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నిన్ను పూర్ణ మనసుతో ఆరాధింతున్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పూర్ణ బలముతో ప్రేమించెదన్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ఆరాధన ఆరాధనా ఆ.. ఆ.. 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ఆరాధన ఆరాధనా (2)</a:t>
              </a:r>
            </a:p>
            <a:p>
              <a:pPr defTabSz="439781"/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ఎబినేజరే ఎబినేజరే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ఇంత వరకు ఆదుకొన్నావే (2)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ఇంత వరకు ఆదుకొన్నావే</a:t>
              </a:r>
            </a:p>
            <a:p>
              <a:pPr defTabSz="439781"/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ఎల్రోహి ఎల్రోహి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చూచావే వందనమయ్యా (2)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చూచావే వందనమయ్యా</a:t>
              </a:r>
            </a:p>
            <a:p>
              <a:pPr defTabSz="439781"/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యెహోవా రాఫా యెహోవా రాఫా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స్వస్థపరిచావే వందనమయ్యా (2)</a:t>
              </a:r>
            </a:p>
            <a:p>
              <a:pPr defTabSz="439781"/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స్వస్థపరిచావే వందనమయ్యా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300012" y="634493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95DE29B-C121-4EE2-96D2-B50349B9AEB6}"/>
              </a:ext>
            </a:extLst>
          </p:cNvPr>
          <p:cNvSpPr/>
          <p:nvPr/>
        </p:nvSpPr>
        <p:spPr>
          <a:xfrm>
            <a:off x="7021458" y="6684761"/>
            <a:ext cx="902677" cy="1820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0002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68D772-32D4-45FD-A15D-744327419879}"/>
              </a:ext>
            </a:extLst>
          </p:cNvPr>
          <p:cNvSpPr/>
          <p:nvPr/>
        </p:nvSpPr>
        <p:spPr>
          <a:xfrm>
            <a:off x="2010310" y="6679690"/>
            <a:ext cx="902677" cy="1820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0002</a:t>
            </a:r>
          </a:p>
        </p:txBody>
      </p: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965</TotalTime>
  <Words>216</Words>
  <Application>Microsoft Office PowerPoint</Application>
  <PresentationFormat>A4 Paper (210x297 mm)</PresentationFormat>
  <Paragraphs>71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131</cp:revision>
  <dcterms:created xsi:type="dcterms:W3CDTF">2024-09-21T15:36:03Z</dcterms:created>
  <dcterms:modified xsi:type="dcterms:W3CDTF">2025-03-22T17:42:05Z</dcterms:modified>
</cp:coreProperties>
</file>