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458" y="28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12-04-2025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49728" cy="6493935"/>
            <a:chOff x="160868" y="182032"/>
            <a:chExt cx="4749728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2396" y="326429"/>
              <a:ext cx="4648200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నాలో మధురమైనది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అది నా ఊహకందని క్షేమ శిఖరము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ఏరి కోరుకున్నావు ప్రేమ చూపి నన్ను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పరవశించి నాలో మహిమపరతు నిన్నే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సర్వకృపానిధి నీవు – సర్వాధికారివి నీవు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 స్వరూపివి నీవు – ఆరాధింతును నిన్నే</a:t>
              </a:r>
            </a:p>
            <a:p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చేరితి నిన్నే విరిగిన మనస్సుతో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కాదనలేదే నా మనవులు నీవు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హృదయము నిండిన గానం – నను నడిపే ప్రేమ కావ్యం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నిరతము నాలో నీవే – చెరగని దివ్య రూపం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నీ బాహు బంధాల అనుబంధమా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తేజోవిరాజా స్తుతి మహిమలు నీకే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యేసురాజా ఆరాధన నీకే (2)</a:t>
              </a:r>
            </a:p>
            <a:p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 పదములో జీవము నీవే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 అడుగులో విజయము నీవే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ఎన్నడు విడువని ప్రేమ – నిను చేరే క్షణము రాదా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నీడగా నాతో నిలిచే – నీ కృపయే నాకు చాలును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నీ ప్రేమ కురిపించు హేమంతమా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తేజోవిరాజా స్తుతి మహిమలు నీకే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యేసురాజా ఆరాధన నీకే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74462" cy="6493935"/>
            <a:chOff x="160868" y="182032"/>
            <a:chExt cx="46744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90661" y="329202"/>
              <a:ext cx="4544669" cy="60939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నా పరిహారి ప్రియ యేసే నా పరిహారి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జీవిత కాలమెల్ల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 </a:t>
              </a:r>
            </a:p>
            <a:p>
              <a:pPr>
                <a:lnSpc>
                  <a:spcPts val="2600"/>
                </a:lnSpc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కష్టాలు కలిగిననూ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కృంగించె భాదలెన్నో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నష్టాలు వాటిల్లినా 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</a:t>
              </a:r>
            </a:p>
            <a:p>
              <a:pPr>
                <a:lnSpc>
                  <a:spcPts val="2600"/>
                </a:lnSpc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సాతాను వెంబడించినా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శత్రువు ఎదిరించినా (2)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పలు నిందలు నను చుట్టినా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  </a:t>
              </a:r>
            </a:p>
            <a:p>
              <a:pPr>
                <a:lnSpc>
                  <a:spcPts val="2600"/>
                </a:lnSpc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మణి మాన్యాలు లేకున్ననూ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పలు వేదనలు వేధించినా (2)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నరులెల్లరు నను విడచినా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5966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70895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92132" cy="6493935"/>
            <a:chOff x="160868" y="182032"/>
            <a:chExt cx="4792132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12204" y="335843"/>
              <a:ext cx="4640796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శాశ్వతమైనది నీవు నాయెడ చూపిన కృప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అనుక్షణం నను కనుపాపవలె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కాచిన కృప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నీకు బహుదూరమైన నన్ను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చేరదీసిన నా తండ్రివి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 సుఖశాంతియే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నీదు కౌగిలిలో 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తల్లి తన బిడ్డలను మరచినా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 మరువలేనంటివే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నీదు ముఖకాంతియే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ఆదరించెనులే 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పర్వతములు తొలగినను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మెట్టలు తత్తరిల్లిన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కృప నిను వీడదని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అభయమిచ్చితివే 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93733" cy="6493935"/>
            <a:chOff x="160868" y="182032"/>
            <a:chExt cx="4893733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04800" y="357760"/>
              <a:ext cx="4749801" cy="5940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స్తుతుల పైన నివసించువాడా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అంతరంగికుడా యేసయ్యా (2)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నా పక్షమై యున్నావు గనుకే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జయమే జయమే ఎల్లవేళలా జయమే (2)</a:t>
              </a:r>
            </a:p>
            <a:p>
              <a:pPr defTabSz="439781"/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నిర్మించిన రీతి తలచగా - ఎంతో ఆశ్చర్యమే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అది నా ఊహకే వింతైనది (2)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ఎరుపెక్కిన శత్రువుల చూపు నుండి తప్పించి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ఎనలేని ప్రేమను నాపై కురిపించావు (2)</a:t>
              </a:r>
            </a:p>
            <a:p>
              <a:pPr defTabSz="439781"/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ద్రాక్షావల్లి అయిన నీలోనే - బహుగా వేరు పారగా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మధురమైన ఫలములీయనా (2)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ఉన్నత స్థలములపై నాకు స్థానమిచ్చితివే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విజయుడా నీ కృప చాలును నా జీవితాన (2)</a:t>
              </a:r>
            </a:p>
            <a:p>
              <a:pPr defTabSz="439781"/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యాత్ర చేయు మార్గములు - ఎంతో రమ్యమైనవి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అవి నాకెంతో ప్రియమైనవి (2)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మహిమను కొనియాడు పరిశుద్ధులతో నిలిచి</a:t>
              </a:r>
            </a:p>
            <a:p>
              <a:pPr defTabSz="439781"/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పది తంతుల సితారతో నిన్నే కీర్తించెద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35776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FED3E2E-9809-49A6-A72F-F07A4D5B3E8A}"/>
              </a:ext>
            </a:extLst>
          </p:cNvPr>
          <p:cNvSpPr/>
          <p:nvPr/>
        </p:nvSpPr>
        <p:spPr>
          <a:xfrm>
            <a:off x="7021458" y="6675966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23DFFB-527A-46C3-AD65-93B3832D9C56}"/>
              </a:ext>
            </a:extLst>
          </p:cNvPr>
          <p:cNvSpPr/>
          <p:nvPr/>
        </p:nvSpPr>
        <p:spPr>
          <a:xfrm>
            <a:off x="2010310" y="6670895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990</TotalTime>
  <Words>375</Words>
  <Application>Microsoft Office PowerPoint</Application>
  <PresentationFormat>A4 Paper (210x297 mm)</PresentationFormat>
  <Paragraphs>76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143</cp:revision>
  <dcterms:created xsi:type="dcterms:W3CDTF">2024-09-21T15:36:03Z</dcterms:created>
  <dcterms:modified xsi:type="dcterms:W3CDTF">2025-04-12T15:40:41Z</dcterms:modified>
</cp:coreProperties>
</file>