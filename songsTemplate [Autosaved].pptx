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938" y="1110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4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5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7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78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3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46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1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93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7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3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02B08-ED9E-409F-B95F-09CAA1DAF6E0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0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7E1EC36-C610-4951-92FB-5FA9BAA559EC}"/>
              </a:ext>
            </a:extLst>
          </p:cNvPr>
          <p:cNvGrpSpPr/>
          <p:nvPr/>
        </p:nvGrpSpPr>
        <p:grpSpPr>
          <a:xfrm>
            <a:off x="160868" y="182032"/>
            <a:ext cx="5321825" cy="6493935"/>
            <a:chOff x="160868" y="182032"/>
            <a:chExt cx="5321825" cy="64939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702E0D-FD8D-4F00-8F9D-9ACEED91C763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F65C11-52F8-415B-A70B-C02268F6F4A1}"/>
                </a:ext>
              </a:extLst>
            </p:cNvPr>
            <p:cNvSpPr txBox="1"/>
            <p:nvPr/>
          </p:nvSpPr>
          <p:spPr>
            <a:xfrm>
              <a:off x="369283" y="797508"/>
              <a:ext cx="5113410" cy="5401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జుంటి తేనె ధారల కన్నా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యేసు నామమే మధురం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యేసయ్య సన్నిధినే మరువజాలను (2)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జీవితకాలమంతా ఆనందించెదా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యేసయ్యనే ఆరాధించెదా (2)  </a:t>
              </a:r>
            </a:p>
            <a:p>
              <a:pPr defTabSz="439781">
                <a:defRPr/>
              </a:pPr>
              <a:endParaRPr lang="te-IN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యేసయ్య నామమే బహు పూజనీయము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నాపై దృష్టి నిలిపి సంత్రుష్టిగా నను ఉంచి (2)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నన్నెంతగానో దీవించి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జీవజలపు ఊటలతో ఉజ్జీవింపజేసెనే (2) 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 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యేసయ్య నామమే బలమైన దుర్గము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నా తోడై నిలిచి క్షేమముగా నను దాచి (2)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నన్నెంతగానో కరుణించి</a:t>
              </a:r>
              <a:b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పవిత్ర లేఖనాలతో ఉత్తేజింపజేసెనే (2)</a:t>
              </a:r>
              <a:endParaRPr lang="en-US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0ED263-63AA-434F-8E88-AB7AD897A1CD}"/>
                </a:ext>
              </a:extLst>
            </p:cNvPr>
            <p:cNvSpPr/>
            <p:nvPr/>
          </p:nvSpPr>
          <p:spPr>
            <a:xfrm>
              <a:off x="369283" y="326430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4861E3-0140-4666-A772-E1339125A35F}"/>
              </a:ext>
            </a:extLst>
          </p:cNvPr>
          <p:cNvGrpSpPr/>
          <p:nvPr/>
        </p:nvGrpSpPr>
        <p:grpSpPr>
          <a:xfrm>
            <a:off x="5104338" y="182031"/>
            <a:ext cx="4881562" cy="6493935"/>
            <a:chOff x="160868" y="182032"/>
            <a:chExt cx="4881562" cy="649393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606F7A-0439-43E4-A07F-A35A8691EB42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50E5A-63C0-4187-892B-9549599FCD15}"/>
                </a:ext>
              </a:extLst>
            </p:cNvPr>
            <p:cNvSpPr txBox="1"/>
            <p:nvPr/>
          </p:nvSpPr>
          <p:spPr>
            <a:xfrm>
              <a:off x="501124" y="716955"/>
              <a:ext cx="4541306" cy="5693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స్తుతులన్ గైకొనుమా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సుత యేసు క్రీస్తువా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సతతము మమ్ములను 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కృపనిడి కావుమా</a:t>
              </a:r>
            </a:p>
            <a:p>
              <a:endParaRPr lang="te-IN" sz="26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పెదవులతో ఎప్పుడు నీ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  వాక్యమును పఠింప నిమ్ము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కాలు చేతులు ఎప్పుడు నీ 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సేవను చేయను వాడనిమ్ము </a:t>
              </a:r>
            </a:p>
            <a:p>
              <a:endParaRPr lang="te-IN" sz="26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కలిమియు పదవుల నెల్ల 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శుద్ధ కృపచే పొందితిమి 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కాలమంతయు జీవింప </a:t>
              </a:r>
            </a:p>
            <a:p>
              <a:r>
                <a:rPr lang="te-IN" sz="26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నిలకడగ నుండ దీవించుము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F461D1-594E-4D24-8238-761378173A6A}"/>
                </a:ext>
              </a:extLst>
            </p:cNvPr>
            <p:cNvSpPr/>
            <p:nvPr/>
          </p:nvSpPr>
          <p:spPr>
            <a:xfrm>
              <a:off x="343961" y="326430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249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7E1EC36-C610-4951-92FB-5FA9BAA559EC}"/>
              </a:ext>
            </a:extLst>
          </p:cNvPr>
          <p:cNvGrpSpPr/>
          <p:nvPr/>
        </p:nvGrpSpPr>
        <p:grpSpPr>
          <a:xfrm>
            <a:off x="160868" y="182032"/>
            <a:ext cx="4792132" cy="6501382"/>
            <a:chOff x="160868" y="182032"/>
            <a:chExt cx="4792132" cy="65013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702E0D-FD8D-4F00-8F9D-9ACEED91C763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F65C11-52F8-415B-A70B-C02268F6F4A1}"/>
                </a:ext>
              </a:extLst>
            </p:cNvPr>
            <p:cNvSpPr txBox="1"/>
            <p:nvPr/>
          </p:nvSpPr>
          <p:spPr>
            <a:xfrm>
              <a:off x="304800" y="774104"/>
              <a:ext cx="4648200" cy="590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నమ్మకమైన దేవుడవైన నీవే చాలు యేసయ్యా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నేనేమైయున్నా ఏ స్థితిలో ఉన్నా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ఇంకేమి కోరుకోనయ్యా (2)</a:t>
              </a:r>
            </a:p>
            <a:p>
              <a:pPr defTabSz="439781">
                <a:defRPr/>
              </a:pPr>
              <a:endParaRPr lang="te-IN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ఆప్తులైన వారే హాని చేయచూసినా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మిత్రులే నిలువకుండినా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న్యాయము తీర్చే నీవు నాకుంటే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చాలు యేసయ్యా (2)</a:t>
              </a:r>
              <a:endParaRPr lang="en-US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endParaRPr lang="te-IN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జ్ఞానమంత చూపి శక్తి ధారపోసినా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నష్టమే మిగులుచుండినా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శాపము బాపే నీవు నాకుంటే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చాలు యేసయ్యా (2)</a:t>
              </a:r>
              <a:endParaRPr lang="en-US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endParaRPr lang="te-IN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కష్ట కాలమందు గుండె జారిపోయినా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గమ్యమే తెలియకుండినా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సాయము చేసే నీవు నాకుంటే (2)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చాలు యేసయ్యా (2)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0ED263-63AA-434F-8E88-AB7AD897A1CD}"/>
                </a:ext>
              </a:extLst>
            </p:cNvPr>
            <p:cNvSpPr/>
            <p:nvPr/>
          </p:nvSpPr>
          <p:spPr>
            <a:xfrm>
              <a:off x="343961" y="326430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4861E3-0140-4666-A772-E1339125A35F}"/>
              </a:ext>
            </a:extLst>
          </p:cNvPr>
          <p:cNvGrpSpPr/>
          <p:nvPr/>
        </p:nvGrpSpPr>
        <p:grpSpPr>
          <a:xfrm>
            <a:off x="5104338" y="182031"/>
            <a:ext cx="4648200" cy="6493935"/>
            <a:chOff x="160868" y="182032"/>
            <a:chExt cx="4648200" cy="649393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606F7A-0439-43E4-A07F-A35A8691EB42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50E5A-63C0-4187-892B-9549599FCD15}"/>
                </a:ext>
              </a:extLst>
            </p:cNvPr>
            <p:cNvSpPr txBox="1"/>
            <p:nvPr/>
          </p:nvSpPr>
          <p:spPr>
            <a:xfrm>
              <a:off x="247650" y="745935"/>
              <a:ext cx="4541306" cy="4693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మంచి దేవుడు భలే మంచి దేవుడు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నిజ దైవం యేసు - అద్వితీయ దేవుడు</a:t>
              </a:r>
            </a:p>
            <a:p>
              <a:pPr defTabSz="439781">
                <a:defRPr/>
              </a:pPr>
              <a:endParaRPr lang="te-IN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మ్రొక్కులను కోరడు - మనసిస్తే చాలును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కొండలెక్కి రమ్మనడు - మనలో కొలువుంటాడు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వెదికితే ప్రతి వారికి - దొరికేను యేసు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పిలిచే ప్రతి వారికి - పలికేను యేసు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బొమ్మ కాదయ్యో - జీవమున్న దేవుడు</a:t>
              </a:r>
              <a:endParaRPr lang="en-US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endParaRPr lang="te-IN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కుంటివాడు గంతులేయ - కాళ్ళ నొసగినాడు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మూగవారు స్తుతిచేయ - నోటినిచ్చినాడు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బధిరులు తన స్వరము విన - చెవులిచ్చినాడు</a:t>
              </a:r>
            </a:p>
            <a:p>
              <a:pPr defTabSz="439781">
                <a:defRPr/>
              </a:pPr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ప్రేమా మయుడు - ఆశ్చర్య దేవుడు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F461D1-594E-4D24-8238-761378173A6A}"/>
                </a:ext>
              </a:extLst>
            </p:cNvPr>
            <p:cNvSpPr/>
            <p:nvPr/>
          </p:nvSpPr>
          <p:spPr>
            <a:xfrm>
              <a:off x="343961" y="326430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14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</TotalTime>
  <Words>257</Words>
  <Application>Microsoft Office PowerPoint</Application>
  <PresentationFormat>A4 Paper (210x297 mm)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Ramabhadra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Venu Yalapala</dc:creator>
  <cp:lastModifiedBy>Venu Yalapala</cp:lastModifiedBy>
  <cp:revision>41</cp:revision>
  <dcterms:created xsi:type="dcterms:W3CDTF">2024-09-21T15:36:03Z</dcterms:created>
  <dcterms:modified xsi:type="dcterms:W3CDTF">2024-11-09T16:58:39Z</dcterms:modified>
</cp:coreProperties>
</file>